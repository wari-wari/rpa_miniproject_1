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12"/>
  </p:notesMasterIdLst>
  <p:sldIdLst>
    <p:sldId id="261" r:id="rId2"/>
    <p:sldId id="266" r:id="rId3"/>
    <p:sldId id="259" r:id="rId4"/>
    <p:sldId id="264" r:id="rId5"/>
    <p:sldId id="263" r:id="rId6"/>
    <p:sldId id="267" r:id="rId7"/>
    <p:sldId id="268" r:id="rId8"/>
    <p:sldId id="269" r:id="rId9"/>
    <p:sldId id="270" r:id="rId10"/>
    <p:sldId id="271" r:id="rId11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8FAAD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9984" autoAdjust="0"/>
    <p:restoredTop sz="94660"/>
  </p:normalViewPr>
  <p:slideViewPr>
    <p:cSldViewPr snapToGrid="0">
      <p:cViewPr>
        <p:scale>
          <a:sx n="100" d="100"/>
          <a:sy n="100" d="100"/>
        </p:scale>
        <p:origin x="708" y="34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82" d="100"/>
          <a:sy n="82" d="100"/>
        </p:scale>
        <p:origin x="3954" y="84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9534CB3-4996-4C34-90A9-AC96941D8BE4}" type="datetimeFigureOut">
              <a:rPr lang="ko-KR" altLang="en-US" smtClean="0"/>
              <a:t>2026-01-11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 dirty="0"/>
              <a:t>마스터 텍스트 스타일을 편집하려면 클릭</a:t>
            </a:r>
          </a:p>
          <a:p>
            <a:pPr lvl="1"/>
            <a:r>
              <a:rPr lang="ko-KR" altLang="en-US" dirty="0"/>
              <a:t>두 번째 수준</a:t>
            </a:r>
          </a:p>
          <a:p>
            <a:pPr lvl="2"/>
            <a:r>
              <a:rPr lang="ko-KR" altLang="en-US" dirty="0"/>
              <a:t>세 번째 수준</a:t>
            </a:r>
          </a:p>
          <a:p>
            <a:pPr lvl="3"/>
            <a:r>
              <a:rPr lang="ko-KR" altLang="en-US" dirty="0"/>
              <a:t>네 번째 수준</a:t>
            </a:r>
          </a:p>
          <a:p>
            <a:pPr lvl="4"/>
            <a:r>
              <a:rPr lang="ko-KR" altLang="en-US" dirty="0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8A8E5FE-1787-452B-9BAF-2AFF0608DAE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6092281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31586BD-0F56-465E-90DD-4F7EB5C22C4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D62D75AF-8D7E-477A-B06A-773B54B18A3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822D08B3-A9A6-4CA5-94A5-60BE4193B85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6BE8F7-8EF6-4880-9F1A-6D10965A8681}" type="datetimeFigureOut">
              <a:rPr lang="ko-KR" altLang="en-US" smtClean="0">
                <a:solidFill>
                  <a:prstClr val="black">
                    <a:tint val="75000"/>
                  </a:prstClr>
                </a:solidFill>
              </a:rPr>
              <a:pPr/>
              <a:t>2026-01-11</a:t>
            </a:fld>
            <a:endParaRPr lang="ko-KR" altLang="en-US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825B2C64-F6D0-4564-A934-9F517F7C49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73881C62-2657-4643-9CC9-89D68799A7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A3BBB8-EBE5-4A2B-AB70-89540E1C96C3}" type="slidenum">
              <a:rPr lang="ko-KR" altLang="en-US" smtClean="0"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lang="ko-KR" altLang="en-US" dirty="0">
              <a:solidFill>
                <a:prstClr val="black">
                  <a:tint val="75000"/>
                </a:prst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8864280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C9BCD5E-CF2F-45CD-A1C5-FACE037AE6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06340CAA-7987-4F30-B10A-034CDBA23AC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208DEE94-B9EB-437B-B87B-4D63439559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6BE8F7-8EF6-4880-9F1A-6D10965A8681}" type="datetimeFigureOut">
              <a:rPr lang="ko-KR" altLang="en-US" smtClean="0">
                <a:solidFill>
                  <a:prstClr val="black">
                    <a:tint val="75000"/>
                  </a:prstClr>
                </a:solidFill>
              </a:rPr>
              <a:pPr/>
              <a:t>2026-01-11</a:t>
            </a:fld>
            <a:endParaRPr lang="ko-KR" altLang="en-US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20C7A974-A07A-49C2-B147-F6EC850539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894EDD24-940C-445F-B974-623173FA1A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A3BBB8-EBE5-4A2B-AB70-89540E1C96C3}" type="slidenum">
              <a:rPr lang="ko-KR" altLang="en-US" smtClean="0"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lang="ko-KR" altLang="en-US" dirty="0">
              <a:solidFill>
                <a:prstClr val="black">
                  <a:tint val="75000"/>
                </a:prst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04046980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955FC26-2554-4ACE-AD62-BF4C0D1507C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35F7A203-776E-48E1-8F52-E0C0617239D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022283AA-0163-40C4-BD15-4B5D9779A6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6BE8F7-8EF6-4880-9F1A-6D10965A8681}" type="datetimeFigureOut">
              <a:rPr lang="ko-KR" altLang="en-US" smtClean="0">
                <a:solidFill>
                  <a:prstClr val="black">
                    <a:tint val="75000"/>
                  </a:prstClr>
                </a:solidFill>
              </a:rPr>
              <a:pPr/>
              <a:t>2026-01-11</a:t>
            </a:fld>
            <a:endParaRPr lang="ko-KR" altLang="en-US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D1A8905D-720A-4884-BF88-251296BD5C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091F5B7E-479B-4C2C-9C2F-FC3D3BAF24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A3BBB8-EBE5-4A2B-AB70-89540E1C96C3}" type="slidenum">
              <a:rPr lang="ko-KR" altLang="en-US" smtClean="0"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lang="ko-KR" altLang="en-US" dirty="0">
              <a:solidFill>
                <a:prstClr val="black">
                  <a:tint val="75000"/>
                </a:prst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45424282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A78C707-FFC8-4A24-BA23-EF9EC44675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E2160DF4-3AB1-42B3-8971-B823E5CB29C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EB6BFC4C-B0FA-4F91-8D27-3D1AF4C2C73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62FAC31B-12B8-44B6-A9E9-8F967BCFB4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6BE8F7-8EF6-4880-9F1A-6D10965A8681}" type="datetimeFigureOut">
              <a:rPr lang="ko-KR" altLang="en-US" smtClean="0">
                <a:solidFill>
                  <a:prstClr val="black">
                    <a:tint val="75000"/>
                  </a:prstClr>
                </a:solidFill>
              </a:rPr>
              <a:pPr/>
              <a:t>2026-01-11</a:t>
            </a:fld>
            <a:endParaRPr lang="ko-KR" altLang="en-US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5FFAD4C5-4E96-46C0-9033-3CF48A7223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F8F5A243-79AB-498E-9F6B-C0EA9EA192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A3BBB8-EBE5-4A2B-AB70-89540E1C96C3}" type="slidenum">
              <a:rPr lang="ko-KR" altLang="en-US" smtClean="0"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lang="ko-KR" altLang="en-US" dirty="0">
              <a:solidFill>
                <a:prstClr val="black">
                  <a:tint val="75000"/>
                </a:prst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07879693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2839153-E8CD-49CF-A352-CE2C89DD0C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79D2D86D-B04B-4F6E-8B70-CEEE8EE74D2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1ADF040F-70C5-4670-BDE4-017C92D5B3A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002EE54B-8A53-409D-B09E-64BD2F952B8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C2B72209-6EC7-4418-A78D-417AB466F56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8F99256C-B33C-4980-B58A-185F1B5080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6BE8F7-8EF6-4880-9F1A-6D10965A8681}" type="datetimeFigureOut">
              <a:rPr lang="ko-KR" altLang="en-US" smtClean="0">
                <a:solidFill>
                  <a:prstClr val="black">
                    <a:tint val="75000"/>
                  </a:prstClr>
                </a:solidFill>
              </a:rPr>
              <a:pPr/>
              <a:t>2026-01-11</a:t>
            </a:fld>
            <a:endParaRPr lang="ko-KR" altLang="en-US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10D41821-F2CE-4C29-8132-70323EDD61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98C219DB-B597-4742-98CD-2CAE4BE502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A3BBB8-EBE5-4A2B-AB70-89540E1C96C3}" type="slidenum">
              <a:rPr lang="ko-KR" altLang="en-US" smtClean="0"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lang="ko-KR" altLang="en-US" dirty="0">
              <a:solidFill>
                <a:prstClr val="black">
                  <a:tint val="75000"/>
                </a:prst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7679195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86D106D-5995-4C96-A34B-80776AE9EE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2FF2DA30-6E46-4781-A24E-22BEFDC936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6BE8F7-8EF6-4880-9F1A-6D10965A8681}" type="datetimeFigureOut">
              <a:rPr lang="ko-KR" altLang="en-US" smtClean="0">
                <a:solidFill>
                  <a:prstClr val="black">
                    <a:tint val="75000"/>
                  </a:prstClr>
                </a:solidFill>
              </a:rPr>
              <a:pPr/>
              <a:t>2026-01-11</a:t>
            </a:fld>
            <a:endParaRPr lang="ko-KR" altLang="en-US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B6E6DFE5-8E83-400E-805F-69D1FE73103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0DD16593-628A-472D-A9C3-C41BD8886B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A3BBB8-EBE5-4A2B-AB70-89540E1C96C3}" type="slidenum">
              <a:rPr lang="ko-KR" altLang="en-US" smtClean="0"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lang="ko-KR" altLang="en-US" dirty="0">
              <a:solidFill>
                <a:prstClr val="black">
                  <a:tint val="75000"/>
                </a:prst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11867568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49B1C4D2-3722-4C1D-B0E4-3ABC0DA4CA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6BE8F7-8EF6-4880-9F1A-6D10965A8681}" type="datetimeFigureOut">
              <a:rPr lang="ko-KR" altLang="en-US" smtClean="0">
                <a:solidFill>
                  <a:prstClr val="black">
                    <a:tint val="75000"/>
                  </a:prstClr>
                </a:solidFill>
              </a:rPr>
              <a:pPr/>
              <a:t>2026-01-11</a:t>
            </a:fld>
            <a:endParaRPr lang="ko-KR" altLang="en-US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C3A393B7-AE11-4029-9D65-0BDEFB02DCD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B9F3B94-79EC-477D-B625-FF12E8701F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A3BBB8-EBE5-4A2B-AB70-89540E1C96C3}" type="slidenum">
              <a:rPr lang="ko-KR" altLang="en-US" smtClean="0"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lang="ko-KR" altLang="en-US" dirty="0">
              <a:solidFill>
                <a:prstClr val="black">
                  <a:tint val="75000"/>
                </a:prst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8061724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8D40AC1-6795-4CA4-8863-90C130E9FF6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B0AA3D37-5CDD-4F3C-8395-110B381166E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2E09C48F-85AB-4E64-BEFA-3A18C6A9F9C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B6C7D03F-6B67-4E51-B669-6A0E67E1E6B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6BE8F7-8EF6-4880-9F1A-6D10965A8681}" type="datetimeFigureOut">
              <a:rPr lang="ko-KR" altLang="en-US" smtClean="0">
                <a:solidFill>
                  <a:prstClr val="black">
                    <a:tint val="75000"/>
                  </a:prstClr>
                </a:solidFill>
              </a:rPr>
              <a:pPr/>
              <a:t>2026-01-11</a:t>
            </a:fld>
            <a:endParaRPr lang="ko-KR" altLang="en-US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085481C9-7778-4E3B-A752-9007B5C851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E0C20EB4-E727-4E37-91E3-2D601E7FF3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A3BBB8-EBE5-4A2B-AB70-89540E1C96C3}" type="slidenum">
              <a:rPr lang="ko-KR" altLang="en-US" smtClean="0"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lang="ko-KR" altLang="en-US" dirty="0">
              <a:solidFill>
                <a:prstClr val="black">
                  <a:tint val="75000"/>
                </a:prst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38407001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50C0D57-3EBF-4D7D-9103-029D562A315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1925C662-F8E6-4896-9E6B-19D16B20995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 dirty="0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57ED9F6B-4286-432D-A5CB-100E7F77658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CBAD39F7-71D8-4D10-B6E7-04E0D95EBD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6BE8F7-8EF6-4880-9F1A-6D10965A8681}" type="datetimeFigureOut">
              <a:rPr lang="ko-KR" altLang="en-US" smtClean="0">
                <a:solidFill>
                  <a:prstClr val="black">
                    <a:tint val="75000"/>
                  </a:prstClr>
                </a:solidFill>
              </a:rPr>
              <a:pPr/>
              <a:t>2026-01-11</a:t>
            </a:fld>
            <a:endParaRPr lang="ko-KR" altLang="en-US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043C73A8-E25B-4949-B956-80A5EC260FD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777CE8D1-E11F-4E87-B585-E1E5C94635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A3BBB8-EBE5-4A2B-AB70-89540E1C96C3}" type="slidenum">
              <a:rPr lang="ko-KR" altLang="en-US" smtClean="0"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lang="ko-KR" altLang="en-US" dirty="0">
              <a:solidFill>
                <a:prstClr val="black">
                  <a:tint val="75000"/>
                </a:prst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0364556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098AADC-F389-4BCD-9E52-49B7E64907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E1A3D60F-143D-47A7-90DD-8D2052D74E4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98D2913F-34A8-4E19-BE54-298D842C8B4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6BE8F7-8EF6-4880-9F1A-6D10965A8681}" type="datetimeFigureOut">
              <a:rPr lang="ko-KR" altLang="en-US" smtClean="0">
                <a:solidFill>
                  <a:prstClr val="black">
                    <a:tint val="75000"/>
                  </a:prstClr>
                </a:solidFill>
              </a:rPr>
              <a:pPr/>
              <a:t>2026-01-11</a:t>
            </a:fld>
            <a:endParaRPr lang="ko-KR" altLang="en-US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C86ADB15-0821-4678-8A84-0615C96187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FE5E1647-A311-42C8-900F-03252A535E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A3BBB8-EBE5-4A2B-AB70-89540E1C96C3}" type="slidenum">
              <a:rPr lang="ko-KR" altLang="en-US" smtClean="0"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lang="ko-KR" altLang="en-US" dirty="0">
              <a:solidFill>
                <a:prstClr val="black">
                  <a:tint val="75000"/>
                </a:prst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70200030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742E21EA-AC61-43C5-AA22-71763E0491C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7ED08377-D434-4883-933D-05403373BCD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B76BEFAE-52A5-4771-A24E-66D37EDBFE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6BE8F7-8EF6-4880-9F1A-6D10965A8681}" type="datetimeFigureOut">
              <a:rPr lang="ko-KR" altLang="en-US" smtClean="0">
                <a:solidFill>
                  <a:prstClr val="black">
                    <a:tint val="75000"/>
                  </a:prstClr>
                </a:solidFill>
              </a:rPr>
              <a:pPr/>
              <a:t>2026-01-11</a:t>
            </a:fld>
            <a:endParaRPr lang="ko-KR" altLang="en-US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67F5FDAD-E360-45AB-9254-5D5A1437A3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B879758A-1063-49CC-A47B-5A24925A91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A3BBB8-EBE5-4A2B-AB70-89540E1C96C3}" type="slidenum">
              <a:rPr lang="ko-KR" altLang="en-US" smtClean="0"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lang="ko-KR" altLang="en-US" dirty="0">
              <a:solidFill>
                <a:prstClr val="black">
                  <a:tint val="75000"/>
                </a:prst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96546879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7718C337-9B27-40D3-A9B2-4005EE7EA8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9B69189F-28A1-4057-8CE9-3B76810BF95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65F256D8-7BB6-49E2-954E-EF9E05DBF8F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76BE8F7-8EF6-4880-9F1A-6D10965A8681}" type="datetimeFigureOut">
              <a:rPr lang="ko-KR" altLang="en-US" smtClean="0">
                <a:solidFill>
                  <a:prstClr val="black">
                    <a:tint val="75000"/>
                  </a:prstClr>
                </a:solidFill>
              </a:rPr>
              <a:pPr/>
              <a:t>2026-01-11</a:t>
            </a:fld>
            <a:endParaRPr lang="ko-KR" altLang="en-US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DB38B22D-A8A6-4CDF-89EF-E670765EC8E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DEBBC4C3-52FC-436A-A3AE-F6A5F52B660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2A3BBB8-EBE5-4A2B-AB70-89540E1C96C3}" type="slidenum">
              <a:rPr lang="ko-KR" altLang="en-US" smtClean="0"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lang="ko-KR" altLang="en-US" dirty="0">
              <a:solidFill>
                <a:prstClr val="black">
                  <a:tint val="75000"/>
                </a:prst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93548886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그룹 5">
            <a:extLst>
              <a:ext uri="{FF2B5EF4-FFF2-40B4-BE49-F238E27FC236}">
                <a16:creationId xmlns:a16="http://schemas.microsoft.com/office/drawing/2014/main" id="{0910FC87-39FD-D982-DA1D-F82AB170BA8E}"/>
              </a:ext>
            </a:extLst>
          </p:cNvPr>
          <p:cNvGrpSpPr/>
          <p:nvPr/>
        </p:nvGrpSpPr>
        <p:grpSpPr>
          <a:xfrm>
            <a:off x="10877818" y="186522"/>
            <a:ext cx="897876" cy="229536"/>
            <a:chOff x="10914582" y="216980"/>
            <a:chExt cx="998066" cy="255149"/>
          </a:xfrm>
        </p:grpSpPr>
        <p:sp>
          <p:nvSpPr>
            <p:cNvPr id="8" name="타원 7">
              <a:extLst>
                <a:ext uri="{FF2B5EF4-FFF2-40B4-BE49-F238E27FC236}">
                  <a16:creationId xmlns:a16="http://schemas.microsoft.com/office/drawing/2014/main" id="{896D372E-3A19-2699-CFD7-8821D9680260}"/>
                </a:ext>
              </a:extLst>
            </p:cNvPr>
            <p:cNvSpPr/>
            <p:nvPr/>
          </p:nvSpPr>
          <p:spPr>
            <a:xfrm>
              <a:off x="10914582" y="222666"/>
              <a:ext cx="249462" cy="249462"/>
            </a:xfrm>
            <a:prstGeom prst="ellipse">
              <a:avLst/>
            </a:prstGeom>
            <a:solidFill>
              <a:schemeClr val="bg1"/>
            </a:solidFill>
            <a:ln w="22225">
              <a:solidFill>
                <a:schemeClr val="accent1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latinLnBrk="0">
                <a:defRPr/>
              </a:pPr>
              <a:endParaRPr lang="en-US" altLang="ko-KR" sz="2400" b="1" i="1" kern="0" dirty="0">
                <a:solidFill>
                  <a:prstClr val="black">
                    <a:lumMod val="75000"/>
                    <a:lumOff val="25000"/>
                  </a:prstClr>
                </a:solidFill>
              </a:endParaRPr>
            </a:p>
          </p:txBody>
        </p:sp>
        <p:sp>
          <p:nvSpPr>
            <p:cNvPr id="9" name="타원 8">
              <a:extLst>
                <a:ext uri="{FF2B5EF4-FFF2-40B4-BE49-F238E27FC236}">
                  <a16:creationId xmlns:a16="http://schemas.microsoft.com/office/drawing/2014/main" id="{F37BB55E-86A4-FBAD-EFA8-6062D5EDDE1C}"/>
                </a:ext>
              </a:extLst>
            </p:cNvPr>
            <p:cNvSpPr/>
            <p:nvPr/>
          </p:nvSpPr>
          <p:spPr>
            <a:xfrm>
              <a:off x="11289862" y="216980"/>
              <a:ext cx="249462" cy="249462"/>
            </a:xfrm>
            <a:prstGeom prst="ellipse">
              <a:avLst/>
            </a:prstGeom>
            <a:solidFill>
              <a:schemeClr val="accent1">
                <a:lumMod val="60000"/>
                <a:lumOff val="40000"/>
              </a:schemeClr>
            </a:solidFill>
            <a:ln w="22225">
              <a:solidFill>
                <a:schemeClr val="accent1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latinLnBrk="0">
                <a:defRPr/>
              </a:pPr>
              <a:endParaRPr lang="en-US" altLang="ko-KR" sz="2400" b="1" i="1" kern="0" dirty="0">
                <a:solidFill>
                  <a:prstClr val="black">
                    <a:lumMod val="75000"/>
                    <a:lumOff val="25000"/>
                  </a:prstClr>
                </a:solidFill>
              </a:endParaRPr>
            </a:p>
          </p:txBody>
        </p:sp>
        <p:sp>
          <p:nvSpPr>
            <p:cNvPr id="10" name="타원 9">
              <a:extLst>
                <a:ext uri="{FF2B5EF4-FFF2-40B4-BE49-F238E27FC236}">
                  <a16:creationId xmlns:a16="http://schemas.microsoft.com/office/drawing/2014/main" id="{7F6E0DBE-298C-4C1A-BAD8-D4E3D8B493A2}"/>
                </a:ext>
              </a:extLst>
            </p:cNvPr>
            <p:cNvSpPr/>
            <p:nvPr/>
          </p:nvSpPr>
          <p:spPr>
            <a:xfrm>
              <a:off x="11663186" y="222667"/>
              <a:ext cx="249462" cy="249462"/>
            </a:xfrm>
            <a:prstGeom prst="ellipse">
              <a:avLst/>
            </a:prstGeom>
            <a:solidFill>
              <a:schemeClr val="bg1"/>
            </a:solidFill>
            <a:ln w="22225">
              <a:solidFill>
                <a:schemeClr val="accent1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latinLnBrk="0">
                <a:defRPr/>
              </a:pPr>
              <a:endParaRPr lang="en-US" altLang="ko-KR" sz="2400" b="1" i="1" kern="0" dirty="0">
                <a:solidFill>
                  <a:prstClr val="black">
                    <a:lumMod val="75000"/>
                    <a:lumOff val="25000"/>
                  </a:prstClr>
                </a:solidFill>
              </a:endParaRPr>
            </a:p>
          </p:txBody>
        </p:sp>
        <p:sp>
          <p:nvSpPr>
            <p:cNvPr id="11" name="타원 10">
              <a:extLst>
                <a:ext uri="{FF2B5EF4-FFF2-40B4-BE49-F238E27FC236}">
                  <a16:creationId xmlns:a16="http://schemas.microsoft.com/office/drawing/2014/main" id="{EF68B81C-88DE-5361-73CA-6B4AD7C99F23}"/>
                </a:ext>
              </a:extLst>
            </p:cNvPr>
            <p:cNvSpPr/>
            <p:nvPr/>
          </p:nvSpPr>
          <p:spPr>
            <a:xfrm>
              <a:off x="11361623" y="289719"/>
              <a:ext cx="103983" cy="103983"/>
            </a:xfrm>
            <a:prstGeom prst="ellipse">
              <a:avLst/>
            </a:prstGeom>
            <a:solidFill>
              <a:schemeClr val="bg1"/>
            </a:solidFill>
            <a:ln w="22225">
              <a:solidFill>
                <a:schemeClr val="accent1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ko-KR" altLang="en-US">
                <a:solidFill>
                  <a:prstClr val="white"/>
                </a:solidFill>
              </a:endParaRPr>
            </a:p>
          </p:txBody>
        </p:sp>
        <p:sp>
          <p:nvSpPr>
            <p:cNvPr id="12" name="직사각형 11">
              <a:extLst>
                <a:ext uri="{FF2B5EF4-FFF2-40B4-BE49-F238E27FC236}">
                  <a16:creationId xmlns:a16="http://schemas.microsoft.com/office/drawing/2014/main" id="{DF9D21A8-24A1-CE93-28C2-3A26863655BE}"/>
                </a:ext>
              </a:extLst>
            </p:cNvPr>
            <p:cNvSpPr/>
            <p:nvPr/>
          </p:nvSpPr>
          <p:spPr>
            <a:xfrm>
              <a:off x="10985313" y="390165"/>
              <a:ext cx="108000" cy="25200"/>
            </a:xfrm>
            <a:prstGeom prst="rect">
              <a:avLst/>
            </a:prstGeom>
            <a:solidFill>
              <a:schemeClr val="accent1">
                <a:lumMod val="50000"/>
              </a:schemeClr>
            </a:solidFill>
            <a:ln w="254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ko-KR" altLang="en-US">
                <a:solidFill>
                  <a:prstClr val="white"/>
                </a:solidFill>
              </a:endParaRPr>
            </a:p>
          </p:txBody>
        </p:sp>
        <p:sp>
          <p:nvSpPr>
            <p:cNvPr id="13" name="직사각형 12">
              <a:extLst>
                <a:ext uri="{FF2B5EF4-FFF2-40B4-BE49-F238E27FC236}">
                  <a16:creationId xmlns:a16="http://schemas.microsoft.com/office/drawing/2014/main" id="{B3DA6A9F-EFEE-2A1C-E79C-8FCE023BE2E4}"/>
                </a:ext>
              </a:extLst>
            </p:cNvPr>
            <p:cNvSpPr/>
            <p:nvPr/>
          </p:nvSpPr>
          <p:spPr>
            <a:xfrm rot="2700000">
              <a:off x="11718625" y="339486"/>
              <a:ext cx="144000" cy="25200"/>
            </a:xfrm>
            <a:prstGeom prst="rect">
              <a:avLst/>
            </a:prstGeom>
            <a:solidFill>
              <a:schemeClr val="accent1">
                <a:lumMod val="50000"/>
              </a:schemeClr>
            </a:solidFill>
            <a:ln w="254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ko-KR" altLang="en-US">
                <a:solidFill>
                  <a:prstClr val="white"/>
                </a:solidFill>
              </a:endParaRPr>
            </a:p>
          </p:txBody>
        </p:sp>
        <p:sp>
          <p:nvSpPr>
            <p:cNvPr id="14" name="직사각형 13">
              <a:extLst>
                <a:ext uri="{FF2B5EF4-FFF2-40B4-BE49-F238E27FC236}">
                  <a16:creationId xmlns:a16="http://schemas.microsoft.com/office/drawing/2014/main" id="{BD9B9082-D1F9-0F1B-B7D4-857DA19BC473}"/>
                </a:ext>
              </a:extLst>
            </p:cNvPr>
            <p:cNvSpPr/>
            <p:nvPr/>
          </p:nvSpPr>
          <p:spPr>
            <a:xfrm rot="18900000">
              <a:off x="11718624" y="336644"/>
              <a:ext cx="144000" cy="25200"/>
            </a:xfrm>
            <a:prstGeom prst="rect">
              <a:avLst/>
            </a:prstGeom>
            <a:solidFill>
              <a:schemeClr val="accent1">
                <a:lumMod val="50000"/>
              </a:schemeClr>
            </a:solidFill>
            <a:ln w="254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ko-KR" altLang="en-US">
                <a:solidFill>
                  <a:prstClr val="white"/>
                </a:solidFill>
              </a:endParaRPr>
            </a:p>
          </p:txBody>
        </p:sp>
      </p:grpSp>
      <p:grpSp>
        <p:nvGrpSpPr>
          <p:cNvPr id="7" name="그룹 6">
            <a:extLst>
              <a:ext uri="{FF2B5EF4-FFF2-40B4-BE49-F238E27FC236}">
                <a16:creationId xmlns:a16="http://schemas.microsoft.com/office/drawing/2014/main" id="{2FF1A16F-0B7E-D662-9052-B7EFC4328675}"/>
              </a:ext>
            </a:extLst>
          </p:cNvPr>
          <p:cNvGrpSpPr/>
          <p:nvPr/>
        </p:nvGrpSpPr>
        <p:grpSpPr>
          <a:xfrm>
            <a:off x="2563369" y="2316996"/>
            <a:ext cx="7065261" cy="2224007"/>
            <a:chOff x="2563369" y="2505670"/>
            <a:chExt cx="7065261" cy="2224007"/>
          </a:xfrm>
        </p:grpSpPr>
        <p:sp>
          <p:nvSpPr>
            <p:cNvPr id="2" name="TextBox 1">
              <a:extLst>
                <a:ext uri="{FF2B5EF4-FFF2-40B4-BE49-F238E27FC236}">
                  <a16:creationId xmlns:a16="http://schemas.microsoft.com/office/drawing/2014/main" id="{6E82112D-AC31-6B6E-0DEB-8E46658BFD5B}"/>
                </a:ext>
              </a:extLst>
            </p:cNvPr>
            <p:cNvSpPr txBox="1"/>
            <p:nvPr/>
          </p:nvSpPr>
          <p:spPr>
            <a:xfrm>
              <a:off x="2563369" y="2505670"/>
              <a:ext cx="3864528" cy="49244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2600" b="1" dirty="0">
                  <a:solidFill>
                    <a:srgbClr val="8FAADC"/>
                  </a:solidFill>
                </a:rPr>
                <a:t>미니 프로젝트 </a:t>
              </a:r>
              <a:r>
                <a:rPr lang="en-US" altLang="ko-KR" sz="2600" b="1" dirty="0">
                  <a:solidFill>
                    <a:srgbClr val="8FAADC"/>
                  </a:solidFill>
                </a:rPr>
                <a:t>2</a:t>
              </a:r>
              <a:endParaRPr lang="ko-KR" altLang="en-US" sz="2600" b="1" dirty="0">
                <a:solidFill>
                  <a:srgbClr val="8FAADC"/>
                </a:solidFill>
              </a:endParaRPr>
            </a:p>
          </p:txBody>
        </p:sp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33959B51-D290-EA3B-1F2C-BF6A9DD99F58}"/>
                </a:ext>
              </a:extLst>
            </p:cNvPr>
            <p:cNvSpPr txBox="1"/>
            <p:nvPr/>
          </p:nvSpPr>
          <p:spPr>
            <a:xfrm>
              <a:off x="2563369" y="3859887"/>
              <a:ext cx="3129093" cy="86979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lnSpc>
                  <a:spcPct val="150000"/>
                </a:lnSpc>
              </a:pPr>
              <a:r>
                <a:rPr lang="ko-KR" altLang="en-US" dirty="0">
                  <a:solidFill>
                    <a:schemeClr val="accent3">
                      <a:lumMod val="50000"/>
                    </a:schemeClr>
                  </a:solidFill>
                </a:rPr>
                <a:t>작성자 </a:t>
              </a:r>
              <a:r>
                <a:rPr lang="en-US" altLang="ko-KR" dirty="0">
                  <a:solidFill>
                    <a:schemeClr val="accent3">
                      <a:lumMod val="50000"/>
                    </a:schemeClr>
                  </a:solidFill>
                </a:rPr>
                <a:t>: </a:t>
              </a:r>
              <a:r>
                <a:rPr lang="ko-KR" altLang="en-US" dirty="0" err="1">
                  <a:solidFill>
                    <a:schemeClr val="accent3">
                      <a:lumMod val="50000"/>
                    </a:schemeClr>
                  </a:solidFill>
                </a:rPr>
                <a:t>임규민</a:t>
              </a:r>
              <a:endParaRPr lang="en-US" altLang="ko-KR" sz="1500" dirty="0">
                <a:solidFill>
                  <a:schemeClr val="accent3">
                    <a:lumMod val="50000"/>
                  </a:schemeClr>
                </a:solidFill>
              </a:endParaRPr>
            </a:p>
            <a:p>
              <a:pPr>
                <a:lnSpc>
                  <a:spcPct val="150000"/>
                </a:lnSpc>
              </a:pPr>
              <a:r>
                <a:rPr lang="ko-KR" altLang="en-US" dirty="0">
                  <a:solidFill>
                    <a:schemeClr val="accent3">
                      <a:lumMod val="50000"/>
                    </a:schemeClr>
                  </a:solidFill>
                </a:rPr>
                <a:t>작성 날짜 </a:t>
              </a:r>
              <a:r>
                <a:rPr lang="en-US" altLang="ko-KR" dirty="0">
                  <a:solidFill>
                    <a:schemeClr val="accent3">
                      <a:lumMod val="50000"/>
                    </a:schemeClr>
                  </a:solidFill>
                </a:rPr>
                <a:t>: 26.01.05</a:t>
              </a:r>
              <a:endParaRPr lang="ko-KR" altLang="en-US" dirty="0">
                <a:solidFill>
                  <a:schemeClr val="accent3">
                    <a:lumMod val="50000"/>
                  </a:schemeClr>
                </a:solidFill>
              </a:endParaRPr>
            </a:p>
          </p:txBody>
        </p:sp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F5FA6882-DA77-9BAF-7642-365310604670}"/>
                </a:ext>
              </a:extLst>
            </p:cNvPr>
            <p:cNvSpPr txBox="1"/>
            <p:nvPr/>
          </p:nvSpPr>
          <p:spPr>
            <a:xfrm>
              <a:off x="2563369" y="2998113"/>
              <a:ext cx="7065261" cy="86177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5000" b="1" dirty="0"/>
                <a:t>제조사별 판매실적 조회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93344796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947AE3-6097-261A-F071-B18BF67CE5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2" name="그룹 71">
            <a:extLst>
              <a:ext uri="{FF2B5EF4-FFF2-40B4-BE49-F238E27FC236}">
                <a16:creationId xmlns:a16="http://schemas.microsoft.com/office/drawing/2014/main" id="{066575D4-F89A-0340-FC14-4259461AF543}"/>
              </a:ext>
            </a:extLst>
          </p:cNvPr>
          <p:cNvGrpSpPr/>
          <p:nvPr/>
        </p:nvGrpSpPr>
        <p:grpSpPr>
          <a:xfrm>
            <a:off x="320037" y="65764"/>
            <a:ext cx="11658603" cy="6732800"/>
            <a:chOff x="320037" y="65764"/>
            <a:chExt cx="11658603" cy="6732800"/>
          </a:xfrm>
        </p:grpSpPr>
        <p:sp>
          <p:nvSpPr>
            <p:cNvPr id="2" name="정육면체 1">
              <a:extLst>
                <a:ext uri="{FF2B5EF4-FFF2-40B4-BE49-F238E27FC236}">
                  <a16:creationId xmlns:a16="http://schemas.microsoft.com/office/drawing/2014/main" id="{B3ED8769-7B2F-A2FC-C48B-082E9E8C010D}"/>
                </a:ext>
              </a:extLst>
            </p:cNvPr>
            <p:cNvSpPr/>
            <p:nvPr/>
          </p:nvSpPr>
          <p:spPr>
            <a:xfrm>
              <a:off x="320039" y="258616"/>
              <a:ext cx="11658601" cy="6539948"/>
            </a:xfrm>
            <a:prstGeom prst="cube">
              <a:avLst>
                <a:gd name="adj" fmla="val 1065"/>
              </a:avLst>
            </a:prstGeom>
            <a:solidFill>
              <a:schemeClr val="bg1"/>
            </a:solidFill>
            <a:ln w="22225">
              <a:solidFill>
                <a:schemeClr val="accent1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ko-KR" altLang="en-US">
                <a:solidFill>
                  <a:prstClr val="white"/>
                </a:solidFill>
              </a:endParaRPr>
            </a:p>
          </p:txBody>
        </p:sp>
        <p:sp>
          <p:nvSpPr>
            <p:cNvPr id="3" name="직사각형 2">
              <a:extLst>
                <a:ext uri="{FF2B5EF4-FFF2-40B4-BE49-F238E27FC236}">
                  <a16:creationId xmlns:a16="http://schemas.microsoft.com/office/drawing/2014/main" id="{FD477775-B11A-E2CF-9E87-48D75FF472BB}"/>
                </a:ext>
              </a:extLst>
            </p:cNvPr>
            <p:cNvSpPr/>
            <p:nvPr/>
          </p:nvSpPr>
          <p:spPr>
            <a:xfrm>
              <a:off x="320037" y="320040"/>
              <a:ext cx="11592000" cy="461665"/>
            </a:xfrm>
            <a:prstGeom prst="rect">
              <a:avLst/>
            </a:prstGeom>
            <a:solidFill>
              <a:schemeClr val="bg1"/>
            </a:solidFill>
            <a:ln w="22225">
              <a:solidFill>
                <a:schemeClr val="accent1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447675">
                <a:tabLst>
                  <a:tab pos="1524000" algn="l"/>
                  <a:tab pos="2419350" algn="l"/>
                </a:tabLst>
                <a:defRPr/>
              </a:pPr>
              <a:r>
                <a:rPr lang="ko-KR" altLang="en-US" b="1" dirty="0">
                  <a:solidFill>
                    <a:prstClr val="black">
                      <a:lumMod val="50000"/>
                      <a:lumOff val="50000"/>
                    </a:prstClr>
                  </a:solidFill>
                </a:rPr>
                <a:t>주요 요구 사항 및 참고사항</a:t>
              </a:r>
            </a:p>
          </p:txBody>
        </p:sp>
        <p:grpSp>
          <p:nvGrpSpPr>
            <p:cNvPr id="6" name="그룹 5">
              <a:extLst>
                <a:ext uri="{FF2B5EF4-FFF2-40B4-BE49-F238E27FC236}">
                  <a16:creationId xmlns:a16="http://schemas.microsoft.com/office/drawing/2014/main" id="{E888AC2E-BF4B-DB1F-303E-0D62BE8AB8F8}"/>
                </a:ext>
              </a:extLst>
            </p:cNvPr>
            <p:cNvGrpSpPr/>
            <p:nvPr/>
          </p:nvGrpSpPr>
          <p:grpSpPr>
            <a:xfrm>
              <a:off x="10868674" y="424266"/>
              <a:ext cx="897876" cy="229536"/>
              <a:chOff x="10914582" y="216980"/>
              <a:chExt cx="998066" cy="255149"/>
            </a:xfrm>
          </p:grpSpPr>
          <p:sp>
            <p:nvSpPr>
              <p:cNvPr id="8" name="타원 7">
                <a:extLst>
                  <a:ext uri="{FF2B5EF4-FFF2-40B4-BE49-F238E27FC236}">
                    <a16:creationId xmlns:a16="http://schemas.microsoft.com/office/drawing/2014/main" id="{7463E542-512F-8BD5-C003-A9183EEF3927}"/>
                  </a:ext>
                </a:extLst>
              </p:cNvPr>
              <p:cNvSpPr/>
              <p:nvPr/>
            </p:nvSpPr>
            <p:spPr>
              <a:xfrm>
                <a:off x="10914582" y="222666"/>
                <a:ext cx="249462" cy="249462"/>
              </a:xfrm>
              <a:prstGeom prst="ellipse">
                <a:avLst/>
              </a:prstGeom>
              <a:solidFill>
                <a:schemeClr val="bg1"/>
              </a:solidFill>
              <a:ln w="22225">
                <a:solidFill>
                  <a:schemeClr val="accent1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latinLnBrk="0">
                  <a:defRPr/>
                </a:pPr>
                <a:endParaRPr lang="en-US" altLang="ko-KR" sz="2400" b="1" i="1" kern="0" dirty="0">
                  <a:solidFill>
                    <a:prstClr val="black">
                      <a:lumMod val="75000"/>
                      <a:lumOff val="25000"/>
                    </a:prstClr>
                  </a:solidFill>
                </a:endParaRPr>
              </a:p>
            </p:txBody>
          </p:sp>
          <p:sp>
            <p:nvSpPr>
              <p:cNvPr id="9" name="타원 8">
                <a:extLst>
                  <a:ext uri="{FF2B5EF4-FFF2-40B4-BE49-F238E27FC236}">
                    <a16:creationId xmlns:a16="http://schemas.microsoft.com/office/drawing/2014/main" id="{87C5A866-077D-F242-C869-E4FE013709F2}"/>
                  </a:ext>
                </a:extLst>
              </p:cNvPr>
              <p:cNvSpPr/>
              <p:nvPr/>
            </p:nvSpPr>
            <p:spPr>
              <a:xfrm>
                <a:off x="11289862" y="216980"/>
                <a:ext cx="249462" cy="249462"/>
              </a:xfrm>
              <a:prstGeom prst="ellipse">
                <a:avLst/>
              </a:prstGeom>
              <a:solidFill>
                <a:schemeClr val="accent1">
                  <a:lumMod val="60000"/>
                  <a:lumOff val="40000"/>
                </a:schemeClr>
              </a:solidFill>
              <a:ln w="22225">
                <a:solidFill>
                  <a:schemeClr val="accent1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latinLnBrk="0">
                  <a:defRPr/>
                </a:pPr>
                <a:endParaRPr lang="en-US" altLang="ko-KR" sz="2400" b="1" i="1" kern="0" dirty="0">
                  <a:solidFill>
                    <a:prstClr val="black">
                      <a:lumMod val="75000"/>
                      <a:lumOff val="25000"/>
                    </a:prstClr>
                  </a:solidFill>
                </a:endParaRPr>
              </a:p>
            </p:txBody>
          </p:sp>
          <p:sp>
            <p:nvSpPr>
              <p:cNvPr id="10" name="타원 9">
                <a:extLst>
                  <a:ext uri="{FF2B5EF4-FFF2-40B4-BE49-F238E27FC236}">
                    <a16:creationId xmlns:a16="http://schemas.microsoft.com/office/drawing/2014/main" id="{9F220C28-5285-56A9-5574-DA670BD5E095}"/>
                  </a:ext>
                </a:extLst>
              </p:cNvPr>
              <p:cNvSpPr/>
              <p:nvPr/>
            </p:nvSpPr>
            <p:spPr>
              <a:xfrm>
                <a:off x="11663186" y="222667"/>
                <a:ext cx="249462" cy="249462"/>
              </a:xfrm>
              <a:prstGeom prst="ellipse">
                <a:avLst/>
              </a:prstGeom>
              <a:solidFill>
                <a:schemeClr val="bg1"/>
              </a:solidFill>
              <a:ln w="22225">
                <a:solidFill>
                  <a:schemeClr val="accent1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latinLnBrk="0">
                  <a:defRPr/>
                </a:pPr>
                <a:endParaRPr lang="en-US" altLang="ko-KR" sz="2400" b="1" i="1" kern="0" dirty="0">
                  <a:solidFill>
                    <a:prstClr val="black">
                      <a:lumMod val="75000"/>
                      <a:lumOff val="25000"/>
                    </a:prstClr>
                  </a:solidFill>
                </a:endParaRPr>
              </a:p>
            </p:txBody>
          </p:sp>
          <p:sp>
            <p:nvSpPr>
              <p:cNvPr id="11" name="타원 10">
                <a:extLst>
                  <a:ext uri="{FF2B5EF4-FFF2-40B4-BE49-F238E27FC236}">
                    <a16:creationId xmlns:a16="http://schemas.microsoft.com/office/drawing/2014/main" id="{32939A4C-A9E9-37F9-50AF-A6DCAA414148}"/>
                  </a:ext>
                </a:extLst>
              </p:cNvPr>
              <p:cNvSpPr/>
              <p:nvPr/>
            </p:nvSpPr>
            <p:spPr>
              <a:xfrm>
                <a:off x="11361623" y="289719"/>
                <a:ext cx="103983" cy="103983"/>
              </a:xfrm>
              <a:prstGeom prst="ellipse">
                <a:avLst/>
              </a:prstGeom>
              <a:solidFill>
                <a:schemeClr val="bg1"/>
              </a:solidFill>
              <a:ln w="22225">
                <a:solidFill>
                  <a:schemeClr val="accent1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>
                  <a:defRPr/>
                </a:pPr>
                <a:endParaRPr lang="ko-KR" altLang="en-US">
                  <a:solidFill>
                    <a:prstClr val="white"/>
                  </a:solidFill>
                </a:endParaRPr>
              </a:p>
            </p:txBody>
          </p:sp>
          <p:sp>
            <p:nvSpPr>
              <p:cNvPr id="12" name="직사각형 11">
                <a:extLst>
                  <a:ext uri="{FF2B5EF4-FFF2-40B4-BE49-F238E27FC236}">
                    <a16:creationId xmlns:a16="http://schemas.microsoft.com/office/drawing/2014/main" id="{0AF06C73-10D6-963D-3648-3A9ECBC89FCB}"/>
                  </a:ext>
                </a:extLst>
              </p:cNvPr>
              <p:cNvSpPr/>
              <p:nvPr/>
            </p:nvSpPr>
            <p:spPr>
              <a:xfrm>
                <a:off x="10985313" y="390165"/>
                <a:ext cx="108000" cy="25200"/>
              </a:xfrm>
              <a:prstGeom prst="rect">
                <a:avLst/>
              </a:prstGeom>
              <a:solidFill>
                <a:schemeClr val="accent1">
                  <a:lumMod val="50000"/>
                </a:schemeClr>
              </a:solidFill>
              <a:ln w="254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>
                  <a:defRPr/>
                </a:pPr>
                <a:endParaRPr lang="ko-KR" altLang="en-US">
                  <a:solidFill>
                    <a:prstClr val="white"/>
                  </a:solidFill>
                </a:endParaRPr>
              </a:p>
            </p:txBody>
          </p:sp>
          <p:sp>
            <p:nvSpPr>
              <p:cNvPr id="13" name="직사각형 12">
                <a:extLst>
                  <a:ext uri="{FF2B5EF4-FFF2-40B4-BE49-F238E27FC236}">
                    <a16:creationId xmlns:a16="http://schemas.microsoft.com/office/drawing/2014/main" id="{3030836E-1F5E-17BB-8B61-65FB000129E0}"/>
                  </a:ext>
                </a:extLst>
              </p:cNvPr>
              <p:cNvSpPr/>
              <p:nvPr/>
            </p:nvSpPr>
            <p:spPr>
              <a:xfrm rot="2700000">
                <a:off x="11718625" y="339486"/>
                <a:ext cx="144000" cy="25200"/>
              </a:xfrm>
              <a:prstGeom prst="rect">
                <a:avLst/>
              </a:prstGeom>
              <a:solidFill>
                <a:schemeClr val="accent1">
                  <a:lumMod val="50000"/>
                </a:schemeClr>
              </a:solidFill>
              <a:ln w="254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>
                  <a:defRPr/>
                </a:pPr>
                <a:endParaRPr lang="ko-KR" altLang="en-US">
                  <a:solidFill>
                    <a:prstClr val="white"/>
                  </a:solidFill>
                </a:endParaRPr>
              </a:p>
            </p:txBody>
          </p:sp>
          <p:sp>
            <p:nvSpPr>
              <p:cNvPr id="14" name="직사각형 13">
                <a:extLst>
                  <a:ext uri="{FF2B5EF4-FFF2-40B4-BE49-F238E27FC236}">
                    <a16:creationId xmlns:a16="http://schemas.microsoft.com/office/drawing/2014/main" id="{2919E9FE-CB52-4591-8B74-3A25FF0C861E}"/>
                  </a:ext>
                </a:extLst>
              </p:cNvPr>
              <p:cNvSpPr/>
              <p:nvPr/>
            </p:nvSpPr>
            <p:spPr>
              <a:xfrm rot="18900000">
                <a:off x="11718624" y="336644"/>
                <a:ext cx="144000" cy="25200"/>
              </a:xfrm>
              <a:prstGeom prst="rect">
                <a:avLst/>
              </a:prstGeom>
              <a:solidFill>
                <a:schemeClr val="accent1">
                  <a:lumMod val="50000"/>
                </a:schemeClr>
              </a:solidFill>
              <a:ln w="254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>
                  <a:defRPr/>
                </a:pPr>
                <a:endParaRPr lang="ko-KR" altLang="en-US">
                  <a:solidFill>
                    <a:prstClr val="white"/>
                  </a:solidFill>
                </a:endParaRPr>
              </a:p>
            </p:txBody>
          </p:sp>
        </p:grpSp>
        <p:grpSp>
          <p:nvGrpSpPr>
            <p:cNvPr id="16" name="그룹 15">
              <a:extLst>
                <a:ext uri="{FF2B5EF4-FFF2-40B4-BE49-F238E27FC236}">
                  <a16:creationId xmlns:a16="http://schemas.microsoft.com/office/drawing/2014/main" id="{CBEA5BE7-B15F-45F9-D5B3-397A922E0F4C}"/>
                </a:ext>
              </a:extLst>
            </p:cNvPr>
            <p:cNvGrpSpPr/>
            <p:nvPr/>
          </p:nvGrpSpPr>
          <p:grpSpPr>
            <a:xfrm>
              <a:off x="483531" y="389721"/>
              <a:ext cx="265151" cy="265151"/>
              <a:chOff x="1593332" y="2172798"/>
              <a:chExt cx="1083168" cy="1083168"/>
            </a:xfrm>
          </p:grpSpPr>
          <p:sp>
            <p:nvSpPr>
              <p:cNvPr id="18" name="타원 17">
                <a:extLst>
                  <a:ext uri="{FF2B5EF4-FFF2-40B4-BE49-F238E27FC236}">
                    <a16:creationId xmlns:a16="http://schemas.microsoft.com/office/drawing/2014/main" id="{5AA9D95C-A292-2C9C-155A-5CC269C04280}"/>
                  </a:ext>
                </a:extLst>
              </p:cNvPr>
              <p:cNvSpPr/>
              <p:nvPr/>
            </p:nvSpPr>
            <p:spPr>
              <a:xfrm>
                <a:off x="1593332" y="2172798"/>
                <a:ext cx="1083168" cy="1083168"/>
              </a:xfrm>
              <a:prstGeom prst="ellipse">
                <a:avLst/>
              </a:prstGeom>
              <a:solidFill>
                <a:srgbClr val="FEAF53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>
                  <a:defRPr/>
                </a:pPr>
                <a:endParaRPr lang="ko-KR" altLang="en-US" b="1">
                  <a:solidFill>
                    <a:prstClr val="white"/>
                  </a:solidFill>
                </a:endParaRPr>
              </a:p>
            </p:txBody>
          </p:sp>
          <p:pic>
            <p:nvPicPr>
              <p:cNvPr id="19" name="그림 18">
                <a:extLst>
                  <a:ext uri="{FF2B5EF4-FFF2-40B4-BE49-F238E27FC236}">
                    <a16:creationId xmlns:a16="http://schemas.microsoft.com/office/drawing/2014/main" id="{78A51293-E5B3-7552-8AFD-E1FA788BD1F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1741655" y="2321121"/>
                <a:ext cx="786521" cy="786521"/>
              </a:xfrm>
              <a:prstGeom prst="rect">
                <a:avLst/>
              </a:prstGeom>
              <a:noFill/>
            </p:spPr>
          </p:pic>
        </p:grpSp>
        <p:sp>
          <p:nvSpPr>
            <p:cNvPr id="25" name="사다리꼴 24">
              <a:extLst>
                <a:ext uri="{FF2B5EF4-FFF2-40B4-BE49-F238E27FC236}">
                  <a16:creationId xmlns:a16="http://schemas.microsoft.com/office/drawing/2014/main" id="{655344C1-5B49-90D8-D24B-4EBA6CFB5474}"/>
                </a:ext>
              </a:extLst>
            </p:cNvPr>
            <p:cNvSpPr/>
            <p:nvPr/>
          </p:nvSpPr>
          <p:spPr>
            <a:xfrm>
              <a:off x="2176462" y="65765"/>
              <a:ext cx="977891" cy="254275"/>
            </a:xfrm>
            <a:prstGeom prst="trapezoid">
              <a:avLst/>
            </a:prstGeom>
            <a:solidFill>
              <a:schemeClr val="accent1">
                <a:lumMod val="20000"/>
                <a:lumOff val="80000"/>
              </a:schemeClr>
            </a:solidFill>
            <a:ln w="22225">
              <a:solidFill>
                <a:schemeClr val="accent1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ko-KR" altLang="en-US">
                <a:solidFill>
                  <a:prstClr val="white"/>
                </a:solidFill>
              </a:endParaRPr>
            </a:p>
          </p:txBody>
        </p:sp>
        <p:sp>
          <p:nvSpPr>
            <p:cNvPr id="4" name="사다리꼴 3">
              <a:extLst>
                <a:ext uri="{FF2B5EF4-FFF2-40B4-BE49-F238E27FC236}">
                  <a16:creationId xmlns:a16="http://schemas.microsoft.com/office/drawing/2014/main" id="{3109D93A-98F8-EA93-09E1-A6F120512162}"/>
                </a:ext>
              </a:extLst>
            </p:cNvPr>
            <p:cNvSpPr/>
            <p:nvPr/>
          </p:nvSpPr>
          <p:spPr>
            <a:xfrm>
              <a:off x="923925" y="65764"/>
              <a:ext cx="1771650" cy="254276"/>
            </a:xfrm>
            <a:prstGeom prst="trapezoid">
              <a:avLst/>
            </a:prstGeom>
            <a:solidFill>
              <a:schemeClr val="bg1"/>
            </a:solidFill>
            <a:ln w="22225">
              <a:solidFill>
                <a:schemeClr val="accent1">
                  <a:lumMod val="50000"/>
                </a:schemeClr>
              </a:solidFill>
            </a:ln>
            <a:effectLst>
              <a:outerShdw dist="38100" algn="l" rotWithShape="0">
                <a:prstClr val="black">
                  <a:alpha val="15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ko-KR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24" name="자유형: 도형 23">
              <a:extLst>
                <a:ext uri="{FF2B5EF4-FFF2-40B4-BE49-F238E27FC236}">
                  <a16:creationId xmlns:a16="http://schemas.microsoft.com/office/drawing/2014/main" id="{EABBD069-795F-F231-D9FF-9AC10044C581}"/>
                </a:ext>
              </a:extLst>
            </p:cNvPr>
            <p:cNvSpPr/>
            <p:nvPr/>
          </p:nvSpPr>
          <p:spPr>
            <a:xfrm>
              <a:off x="2476328" y="148428"/>
              <a:ext cx="107634" cy="110188"/>
            </a:xfrm>
            <a:custGeom>
              <a:avLst/>
              <a:gdLst>
                <a:gd name="connsiteX0" fmla="*/ 91604 w 107634"/>
                <a:gd name="connsiteY0" fmla="*/ 0 h 110188"/>
                <a:gd name="connsiteX1" fmla="*/ 107634 w 107634"/>
                <a:gd name="connsiteY1" fmla="*/ 16030 h 110188"/>
                <a:gd name="connsiteX2" fmla="*/ 68570 w 107634"/>
                <a:gd name="connsiteY2" fmla="*/ 55093 h 110188"/>
                <a:gd name="connsiteX3" fmla="*/ 107634 w 107634"/>
                <a:gd name="connsiteY3" fmla="*/ 94158 h 110188"/>
                <a:gd name="connsiteX4" fmla="*/ 91604 w 107634"/>
                <a:gd name="connsiteY4" fmla="*/ 110188 h 110188"/>
                <a:gd name="connsiteX5" fmla="*/ 52539 w 107634"/>
                <a:gd name="connsiteY5" fmla="*/ 71123 h 110188"/>
                <a:gd name="connsiteX6" fmla="*/ 16031 w 107634"/>
                <a:gd name="connsiteY6" fmla="*/ 107632 h 110188"/>
                <a:gd name="connsiteX7" fmla="*/ 0 w 107634"/>
                <a:gd name="connsiteY7" fmla="*/ 91602 h 110188"/>
                <a:gd name="connsiteX8" fmla="*/ 36510 w 107634"/>
                <a:gd name="connsiteY8" fmla="*/ 55094 h 110188"/>
                <a:gd name="connsiteX9" fmla="*/ 2 w 107634"/>
                <a:gd name="connsiteY9" fmla="*/ 18586 h 110188"/>
                <a:gd name="connsiteX10" fmla="*/ 16032 w 107634"/>
                <a:gd name="connsiteY10" fmla="*/ 2556 h 110188"/>
                <a:gd name="connsiteX11" fmla="*/ 52540 w 107634"/>
                <a:gd name="connsiteY11" fmla="*/ 39064 h 1101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07634" h="110188">
                  <a:moveTo>
                    <a:pt x="91604" y="0"/>
                  </a:moveTo>
                  <a:lnTo>
                    <a:pt x="107634" y="16030"/>
                  </a:lnTo>
                  <a:lnTo>
                    <a:pt x="68570" y="55093"/>
                  </a:lnTo>
                  <a:lnTo>
                    <a:pt x="107634" y="94158"/>
                  </a:lnTo>
                  <a:lnTo>
                    <a:pt x="91604" y="110188"/>
                  </a:lnTo>
                  <a:lnTo>
                    <a:pt x="52539" y="71123"/>
                  </a:lnTo>
                  <a:lnTo>
                    <a:pt x="16031" y="107632"/>
                  </a:lnTo>
                  <a:lnTo>
                    <a:pt x="0" y="91602"/>
                  </a:lnTo>
                  <a:lnTo>
                    <a:pt x="36510" y="55094"/>
                  </a:lnTo>
                  <a:lnTo>
                    <a:pt x="2" y="18586"/>
                  </a:lnTo>
                  <a:lnTo>
                    <a:pt x="16032" y="2556"/>
                  </a:lnTo>
                  <a:lnTo>
                    <a:pt x="52540" y="39064"/>
                  </a:lnTo>
                  <a:close/>
                </a:path>
              </a:pathLst>
            </a:custGeom>
            <a:solidFill>
              <a:schemeClr val="accent1">
                <a:lumMod val="50000"/>
              </a:schemeClr>
            </a:solidFill>
            <a:ln w="254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>
                <a:defRPr/>
              </a:pPr>
              <a:endParaRPr lang="ko-KR" altLang="en-US">
                <a:solidFill>
                  <a:prstClr val="white"/>
                </a:solidFill>
              </a:endParaRPr>
            </a:p>
          </p:txBody>
        </p:sp>
      </p:grpSp>
      <p:sp>
        <p:nvSpPr>
          <p:cNvPr id="7" name="TextBox 6">
            <a:extLst>
              <a:ext uri="{FF2B5EF4-FFF2-40B4-BE49-F238E27FC236}">
                <a16:creationId xmlns:a16="http://schemas.microsoft.com/office/drawing/2014/main" id="{8B5AC9C3-384D-B30F-88B4-EB0787D15874}"/>
              </a:ext>
            </a:extLst>
          </p:cNvPr>
          <p:cNvSpPr txBox="1"/>
          <p:nvPr/>
        </p:nvSpPr>
        <p:spPr>
          <a:xfrm>
            <a:off x="616106" y="1206548"/>
            <a:ext cx="10080528" cy="37087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b="1" dirty="0"/>
              <a:t>주요 요구 사항</a:t>
            </a:r>
            <a:endParaRPr lang="en-US" altLang="ko-KR" sz="2000" b="1" dirty="0"/>
          </a:p>
          <a:p>
            <a:endParaRPr lang="en-US" altLang="ko-KR" sz="2000" b="1" dirty="0"/>
          </a:p>
          <a:p>
            <a:r>
              <a:rPr lang="en-US" altLang="ko-KR" sz="1300" dirty="0">
                <a:solidFill>
                  <a:schemeClr val="accent3">
                    <a:lumMod val="50000"/>
                  </a:schemeClr>
                </a:solidFill>
              </a:rPr>
              <a:t>1. RPA</a:t>
            </a:r>
            <a:r>
              <a:rPr lang="ko-KR" altLang="en-US" sz="1300" dirty="0">
                <a:solidFill>
                  <a:schemeClr val="accent3">
                    <a:lumMod val="50000"/>
                  </a:schemeClr>
                </a:solidFill>
              </a:rPr>
              <a:t>가 </a:t>
            </a:r>
            <a:r>
              <a:rPr lang="en-US" altLang="ko-KR" sz="1300" dirty="0">
                <a:solidFill>
                  <a:schemeClr val="accent3">
                    <a:lumMod val="50000"/>
                  </a:schemeClr>
                </a:solidFill>
              </a:rPr>
              <a:t>Input/Output/Temp </a:t>
            </a:r>
            <a:r>
              <a:rPr lang="ko-KR" altLang="en-US" sz="1300" dirty="0">
                <a:solidFill>
                  <a:schemeClr val="accent3">
                    <a:lumMod val="50000"/>
                  </a:schemeClr>
                </a:solidFill>
              </a:rPr>
              <a:t>폴더를 자동 생성</a:t>
            </a:r>
            <a:r>
              <a:rPr lang="en-US" altLang="ko-KR" sz="1300" dirty="0">
                <a:solidFill>
                  <a:schemeClr val="accent3">
                    <a:lumMod val="50000"/>
                  </a:schemeClr>
                </a:solidFill>
              </a:rPr>
              <a:t>·</a:t>
            </a:r>
            <a:r>
              <a:rPr lang="ko-KR" altLang="en-US" sz="1300" dirty="0">
                <a:solidFill>
                  <a:schemeClr val="accent3">
                    <a:lumMod val="50000"/>
                  </a:schemeClr>
                </a:solidFill>
              </a:rPr>
              <a:t>관리하며</a:t>
            </a:r>
            <a:r>
              <a:rPr lang="en-US" altLang="ko-KR" sz="1300" dirty="0">
                <a:solidFill>
                  <a:schemeClr val="accent3">
                    <a:lumMod val="50000"/>
                  </a:schemeClr>
                </a:solidFill>
              </a:rPr>
              <a:t>,  </a:t>
            </a:r>
          </a:p>
          <a:p>
            <a:r>
              <a:rPr lang="en-US" altLang="ko-KR" sz="1300" dirty="0">
                <a:solidFill>
                  <a:schemeClr val="accent3">
                    <a:lumMod val="50000"/>
                  </a:schemeClr>
                </a:solidFill>
              </a:rPr>
              <a:t>   RPA</a:t>
            </a:r>
            <a:r>
              <a:rPr lang="ko-KR" altLang="en-US" sz="1300" dirty="0">
                <a:solidFill>
                  <a:schemeClr val="accent3">
                    <a:lumMod val="50000"/>
                  </a:schemeClr>
                </a:solidFill>
              </a:rPr>
              <a:t>가 </a:t>
            </a:r>
            <a:r>
              <a:rPr lang="en-US" altLang="ko-KR" sz="1300" dirty="0">
                <a:solidFill>
                  <a:schemeClr val="accent3">
                    <a:lumMod val="50000"/>
                  </a:schemeClr>
                </a:solidFill>
              </a:rPr>
              <a:t>ChatGPT</a:t>
            </a:r>
            <a:r>
              <a:rPr lang="ko-KR" altLang="en-US" sz="1300" dirty="0">
                <a:solidFill>
                  <a:schemeClr val="accent3">
                    <a:lumMod val="50000"/>
                  </a:schemeClr>
                </a:solidFill>
              </a:rPr>
              <a:t>에 이미지 분석</a:t>
            </a:r>
            <a:r>
              <a:rPr lang="en-US" altLang="ko-KR" sz="1300" dirty="0">
                <a:solidFill>
                  <a:schemeClr val="accent3">
                    <a:lumMod val="50000"/>
                  </a:schemeClr>
                </a:solidFill>
              </a:rPr>
              <a:t>, </a:t>
            </a:r>
            <a:r>
              <a:rPr lang="ko-KR" altLang="en-US" sz="1300" dirty="0">
                <a:solidFill>
                  <a:schemeClr val="accent3">
                    <a:lumMod val="50000"/>
                  </a:schemeClr>
                </a:solidFill>
              </a:rPr>
              <a:t>생성을 요청한다</a:t>
            </a:r>
            <a:r>
              <a:rPr lang="en-US" altLang="ko-KR" sz="1300" dirty="0">
                <a:solidFill>
                  <a:schemeClr val="accent3">
                    <a:lumMod val="50000"/>
                  </a:schemeClr>
                </a:solidFill>
              </a:rPr>
              <a:t>.</a:t>
            </a:r>
          </a:p>
          <a:p>
            <a:r>
              <a:rPr lang="ko-KR" altLang="en-US" sz="1300" dirty="0">
                <a:solidFill>
                  <a:schemeClr val="accent3">
                    <a:lumMod val="50000"/>
                  </a:schemeClr>
                </a:solidFill>
              </a:rPr>
              <a:t>   </a:t>
            </a:r>
            <a:endParaRPr lang="en-US" altLang="ko-KR" sz="800" dirty="0">
              <a:solidFill>
                <a:schemeClr val="accent3">
                  <a:lumMod val="50000"/>
                </a:schemeClr>
              </a:solidFill>
            </a:endParaRPr>
          </a:p>
          <a:p>
            <a:r>
              <a:rPr lang="en-US" altLang="ko-KR" sz="1300" dirty="0">
                <a:solidFill>
                  <a:schemeClr val="accent3">
                    <a:lumMod val="50000"/>
                  </a:schemeClr>
                </a:solidFill>
              </a:rPr>
              <a:t>2. </a:t>
            </a:r>
            <a:r>
              <a:rPr lang="ko-KR" altLang="en-US" sz="1300" dirty="0">
                <a:solidFill>
                  <a:schemeClr val="accent3">
                    <a:lumMod val="50000"/>
                  </a:schemeClr>
                </a:solidFill>
              </a:rPr>
              <a:t>요청 결과가 개발자 의도와 다를 경우 </a:t>
            </a:r>
            <a:r>
              <a:rPr lang="en-US" altLang="ko-KR" sz="1300" dirty="0">
                <a:solidFill>
                  <a:schemeClr val="accent3">
                    <a:lumMod val="50000"/>
                  </a:schemeClr>
                </a:solidFill>
              </a:rPr>
              <a:t>1</a:t>
            </a:r>
            <a:r>
              <a:rPr lang="ko-KR" altLang="en-US" sz="1300" dirty="0">
                <a:solidFill>
                  <a:schemeClr val="accent3">
                    <a:lumMod val="50000"/>
                  </a:schemeClr>
                </a:solidFill>
              </a:rPr>
              <a:t>회 </a:t>
            </a:r>
            <a:r>
              <a:rPr lang="ko-KR" altLang="en-US" sz="1300" dirty="0" err="1">
                <a:solidFill>
                  <a:schemeClr val="accent3">
                    <a:lumMod val="50000"/>
                  </a:schemeClr>
                </a:solidFill>
              </a:rPr>
              <a:t>재요청하며</a:t>
            </a:r>
            <a:r>
              <a:rPr lang="en-US" altLang="ko-KR" sz="1300" dirty="0">
                <a:solidFill>
                  <a:schemeClr val="accent3">
                    <a:lumMod val="50000"/>
                  </a:schemeClr>
                </a:solidFill>
              </a:rPr>
              <a:t>,</a:t>
            </a:r>
          </a:p>
          <a:p>
            <a:r>
              <a:rPr lang="ko-KR" altLang="en-US" sz="1300" dirty="0">
                <a:solidFill>
                  <a:schemeClr val="accent3">
                    <a:lumMod val="50000"/>
                  </a:schemeClr>
                </a:solidFill>
              </a:rPr>
              <a:t>   </a:t>
            </a:r>
            <a:r>
              <a:rPr lang="ko-KR" altLang="en-US" sz="1300" dirty="0" err="1">
                <a:solidFill>
                  <a:schemeClr val="accent3">
                    <a:lumMod val="50000"/>
                  </a:schemeClr>
                </a:solidFill>
              </a:rPr>
              <a:t>재요청</a:t>
            </a:r>
            <a:r>
              <a:rPr lang="ko-KR" altLang="en-US" sz="1300" dirty="0">
                <a:solidFill>
                  <a:schemeClr val="accent3">
                    <a:lumMod val="50000"/>
                  </a:schemeClr>
                </a:solidFill>
              </a:rPr>
              <a:t> 결과도 다를 경우 이미지는 작업 대상에서 제외 처리한다</a:t>
            </a:r>
            <a:r>
              <a:rPr lang="en-US" altLang="ko-KR" sz="1300" dirty="0">
                <a:solidFill>
                  <a:schemeClr val="accent3">
                    <a:lumMod val="50000"/>
                  </a:schemeClr>
                </a:solidFill>
              </a:rPr>
              <a:t>.</a:t>
            </a:r>
          </a:p>
          <a:p>
            <a:endParaRPr lang="en-US" altLang="ko-KR" sz="1300" dirty="0">
              <a:solidFill>
                <a:schemeClr val="accent3">
                  <a:lumMod val="50000"/>
                </a:schemeClr>
              </a:solidFill>
            </a:endParaRPr>
          </a:p>
          <a:p>
            <a:r>
              <a:rPr lang="en-US" altLang="ko-KR" sz="1300" dirty="0">
                <a:solidFill>
                  <a:schemeClr val="accent3">
                    <a:lumMod val="50000"/>
                  </a:schemeClr>
                </a:solidFill>
              </a:rPr>
              <a:t>3. </a:t>
            </a:r>
            <a:r>
              <a:rPr lang="ko-KR" altLang="en-US" sz="1300" dirty="0">
                <a:solidFill>
                  <a:schemeClr val="accent3">
                    <a:lumMod val="50000"/>
                  </a:schemeClr>
                </a:solidFill>
              </a:rPr>
              <a:t>모든 이미지 처리 및 분류가 완료되면</a:t>
            </a:r>
            <a:endParaRPr lang="en-US" altLang="ko-KR" sz="1300" dirty="0">
              <a:solidFill>
                <a:schemeClr val="accent3">
                  <a:lumMod val="50000"/>
                </a:schemeClr>
              </a:solidFill>
            </a:endParaRPr>
          </a:p>
          <a:p>
            <a:r>
              <a:rPr lang="ko-KR" altLang="en-US" sz="1300" dirty="0">
                <a:solidFill>
                  <a:schemeClr val="accent3">
                    <a:lumMod val="50000"/>
                  </a:schemeClr>
                </a:solidFill>
              </a:rPr>
              <a:t>   최종 결과를 메일로 자동 전송한다</a:t>
            </a:r>
            <a:r>
              <a:rPr lang="en-US" altLang="ko-KR" sz="1300" dirty="0">
                <a:solidFill>
                  <a:schemeClr val="accent3">
                    <a:lumMod val="50000"/>
                  </a:schemeClr>
                </a:solidFill>
              </a:rPr>
              <a:t>.</a:t>
            </a:r>
          </a:p>
          <a:p>
            <a:endParaRPr lang="en-US" altLang="ko-KR" sz="1300" dirty="0">
              <a:solidFill>
                <a:schemeClr val="accent3">
                  <a:lumMod val="50000"/>
                </a:schemeClr>
              </a:solidFill>
            </a:endParaRPr>
          </a:p>
          <a:p>
            <a:r>
              <a:rPr lang="ko-KR" altLang="en-US" sz="2000" b="1" dirty="0"/>
              <a:t>참고사항</a:t>
            </a:r>
            <a:endParaRPr lang="en-US" altLang="ko-KR" sz="2000" b="1" dirty="0"/>
          </a:p>
          <a:p>
            <a:endParaRPr lang="en-US" altLang="ko-KR" sz="1500" dirty="0">
              <a:solidFill>
                <a:schemeClr val="accent3">
                  <a:lumMod val="50000"/>
                </a:schemeClr>
              </a:solidFill>
            </a:endParaRPr>
          </a:p>
          <a:p>
            <a:r>
              <a:rPr lang="en-US" altLang="ko-KR" sz="1300" dirty="0">
                <a:solidFill>
                  <a:schemeClr val="accent3">
                    <a:lumMod val="50000"/>
                  </a:schemeClr>
                </a:solidFill>
              </a:rPr>
              <a:t>1. API</a:t>
            </a:r>
            <a:r>
              <a:rPr lang="ko-KR" altLang="en-US" sz="1300" dirty="0">
                <a:solidFill>
                  <a:schemeClr val="accent3">
                    <a:lumMod val="50000"/>
                  </a:schemeClr>
                </a:solidFill>
              </a:rPr>
              <a:t>키 와 </a:t>
            </a:r>
            <a:r>
              <a:rPr lang="en-US" altLang="ko-KR" sz="1300" dirty="0">
                <a:solidFill>
                  <a:schemeClr val="accent3">
                    <a:lumMod val="50000"/>
                  </a:schemeClr>
                </a:solidFill>
              </a:rPr>
              <a:t>App Password</a:t>
            </a:r>
            <a:r>
              <a:rPr lang="ko-KR" altLang="en-US" sz="1300" dirty="0">
                <a:solidFill>
                  <a:schemeClr val="accent3">
                    <a:lumMod val="50000"/>
                  </a:schemeClr>
                </a:solidFill>
              </a:rPr>
              <a:t>는 </a:t>
            </a:r>
            <a:r>
              <a:rPr lang="en-US" altLang="ko-KR" sz="1300" dirty="0">
                <a:solidFill>
                  <a:schemeClr val="accent3">
                    <a:lumMod val="50000"/>
                  </a:schemeClr>
                </a:solidFill>
              </a:rPr>
              <a:t>Input </a:t>
            </a:r>
            <a:r>
              <a:rPr lang="ko-KR" altLang="en-US" sz="1300" dirty="0">
                <a:solidFill>
                  <a:schemeClr val="accent3">
                    <a:lumMod val="50000"/>
                  </a:schemeClr>
                </a:solidFill>
              </a:rPr>
              <a:t>폴더 안 </a:t>
            </a:r>
            <a:r>
              <a:rPr lang="en-US" altLang="ko-KR" sz="1300" dirty="0">
                <a:solidFill>
                  <a:schemeClr val="accent3">
                    <a:lumMod val="50000"/>
                  </a:schemeClr>
                </a:solidFill>
              </a:rPr>
              <a:t>.txt</a:t>
            </a:r>
            <a:r>
              <a:rPr lang="ko-KR" altLang="en-US" sz="1300" dirty="0">
                <a:solidFill>
                  <a:schemeClr val="accent3">
                    <a:lumMod val="50000"/>
                  </a:schemeClr>
                </a:solidFill>
              </a:rPr>
              <a:t>파일로 관리</a:t>
            </a:r>
            <a:r>
              <a:rPr lang="en-US" altLang="ko-KR" sz="1300" dirty="0">
                <a:solidFill>
                  <a:schemeClr val="accent3">
                    <a:lumMod val="50000"/>
                  </a:schemeClr>
                </a:solidFill>
              </a:rPr>
              <a:t>.</a:t>
            </a:r>
          </a:p>
          <a:p>
            <a:endParaRPr lang="en-US" altLang="ko-KR" sz="2000" dirty="0">
              <a:solidFill>
                <a:schemeClr val="accent3">
                  <a:lumMod val="50000"/>
                </a:schemeClr>
              </a:solidFill>
            </a:endParaRPr>
          </a:p>
          <a:p>
            <a:pPr marL="914400" lvl="1" indent="-457200">
              <a:buFontTx/>
              <a:buChar char="-"/>
            </a:pPr>
            <a:endParaRPr lang="en-US" altLang="ko-KR" sz="1000" dirty="0">
              <a:solidFill>
                <a:schemeClr val="accent3">
                  <a:lumMod val="5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09852980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2" name="그룹 71"/>
          <p:cNvGrpSpPr/>
          <p:nvPr/>
        </p:nvGrpSpPr>
        <p:grpSpPr>
          <a:xfrm>
            <a:off x="320037" y="65764"/>
            <a:ext cx="11658603" cy="6732800"/>
            <a:chOff x="320037" y="65764"/>
            <a:chExt cx="11658603" cy="6732800"/>
          </a:xfrm>
        </p:grpSpPr>
        <p:sp>
          <p:nvSpPr>
            <p:cNvPr id="2" name="정육면체 1">
              <a:extLst>
                <a:ext uri="{FF2B5EF4-FFF2-40B4-BE49-F238E27FC236}">
                  <a16:creationId xmlns:a16="http://schemas.microsoft.com/office/drawing/2014/main" id="{8FDD9E15-34EB-E867-C303-80D3074F647B}"/>
                </a:ext>
              </a:extLst>
            </p:cNvPr>
            <p:cNvSpPr/>
            <p:nvPr/>
          </p:nvSpPr>
          <p:spPr>
            <a:xfrm>
              <a:off x="320039" y="258616"/>
              <a:ext cx="11658601" cy="6539948"/>
            </a:xfrm>
            <a:prstGeom prst="cube">
              <a:avLst>
                <a:gd name="adj" fmla="val 1065"/>
              </a:avLst>
            </a:prstGeom>
            <a:solidFill>
              <a:schemeClr val="bg1"/>
            </a:solidFill>
            <a:ln w="22225">
              <a:solidFill>
                <a:schemeClr val="accent1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ko-KR" altLang="en-US">
                <a:solidFill>
                  <a:prstClr val="white"/>
                </a:solidFill>
              </a:endParaRPr>
            </a:p>
          </p:txBody>
        </p:sp>
        <p:sp>
          <p:nvSpPr>
            <p:cNvPr id="3" name="직사각형 2">
              <a:extLst>
                <a:ext uri="{FF2B5EF4-FFF2-40B4-BE49-F238E27FC236}">
                  <a16:creationId xmlns:a16="http://schemas.microsoft.com/office/drawing/2014/main" id="{4067CC35-F6CE-9A45-F0AB-C60588F0FB9E}"/>
                </a:ext>
              </a:extLst>
            </p:cNvPr>
            <p:cNvSpPr/>
            <p:nvPr/>
          </p:nvSpPr>
          <p:spPr>
            <a:xfrm>
              <a:off x="320037" y="320040"/>
              <a:ext cx="11592000" cy="461665"/>
            </a:xfrm>
            <a:prstGeom prst="rect">
              <a:avLst/>
            </a:prstGeom>
            <a:solidFill>
              <a:schemeClr val="bg1"/>
            </a:solidFill>
            <a:ln w="22225">
              <a:solidFill>
                <a:schemeClr val="accent1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447675">
                <a:tabLst>
                  <a:tab pos="1524000" algn="l"/>
                  <a:tab pos="2419350" algn="l"/>
                </a:tabLst>
                <a:defRPr/>
              </a:pPr>
              <a:r>
                <a:rPr lang="en-US" altLang="ko-KR" b="1" dirty="0">
                  <a:solidFill>
                    <a:prstClr val="black">
                      <a:lumMod val="50000"/>
                      <a:lumOff val="50000"/>
                    </a:prstClr>
                  </a:solidFill>
                </a:rPr>
                <a:t>PDD - </a:t>
              </a:r>
              <a:r>
                <a:rPr lang="ko-KR" altLang="en-US" b="1" dirty="0">
                  <a:solidFill>
                    <a:prstClr val="black">
                      <a:lumMod val="50000"/>
                      <a:lumOff val="50000"/>
                    </a:prstClr>
                  </a:solidFill>
                </a:rPr>
                <a:t>순서도</a:t>
              </a:r>
            </a:p>
          </p:txBody>
        </p:sp>
        <p:grpSp>
          <p:nvGrpSpPr>
            <p:cNvPr id="6" name="그룹 5">
              <a:extLst>
                <a:ext uri="{FF2B5EF4-FFF2-40B4-BE49-F238E27FC236}">
                  <a16:creationId xmlns:a16="http://schemas.microsoft.com/office/drawing/2014/main" id="{0910FC87-39FD-D982-DA1D-F82AB170BA8E}"/>
                </a:ext>
              </a:extLst>
            </p:cNvPr>
            <p:cNvGrpSpPr/>
            <p:nvPr/>
          </p:nvGrpSpPr>
          <p:grpSpPr>
            <a:xfrm>
              <a:off x="10868674" y="424266"/>
              <a:ext cx="897876" cy="229536"/>
              <a:chOff x="10914582" y="216980"/>
              <a:chExt cx="998066" cy="255149"/>
            </a:xfrm>
          </p:grpSpPr>
          <p:sp>
            <p:nvSpPr>
              <p:cNvPr id="8" name="타원 7">
                <a:extLst>
                  <a:ext uri="{FF2B5EF4-FFF2-40B4-BE49-F238E27FC236}">
                    <a16:creationId xmlns:a16="http://schemas.microsoft.com/office/drawing/2014/main" id="{896D372E-3A19-2699-CFD7-8821D9680260}"/>
                  </a:ext>
                </a:extLst>
              </p:cNvPr>
              <p:cNvSpPr/>
              <p:nvPr/>
            </p:nvSpPr>
            <p:spPr>
              <a:xfrm>
                <a:off x="10914582" y="222666"/>
                <a:ext cx="249462" cy="249462"/>
              </a:xfrm>
              <a:prstGeom prst="ellipse">
                <a:avLst/>
              </a:prstGeom>
              <a:solidFill>
                <a:schemeClr val="bg1"/>
              </a:solidFill>
              <a:ln w="22225">
                <a:solidFill>
                  <a:schemeClr val="accent1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latinLnBrk="0">
                  <a:defRPr/>
                </a:pPr>
                <a:endParaRPr lang="en-US" altLang="ko-KR" sz="2400" b="1" i="1" kern="0" dirty="0">
                  <a:solidFill>
                    <a:prstClr val="black">
                      <a:lumMod val="75000"/>
                      <a:lumOff val="25000"/>
                    </a:prstClr>
                  </a:solidFill>
                </a:endParaRPr>
              </a:p>
            </p:txBody>
          </p:sp>
          <p:sp>
            <p:nvSpPr>
              <p:cNvPr id="9" name="타원 8">
                <a:extLst>
                  <a:ext uri="{FF2B5EF4-FFF2-40B4-BE49-F238E27FC236}">
                    <a16:creationId xmlns:a16="http://schemas.microsoft.com/office/drawing/2014/main" id="{F37BB55E-86A4-FBAD-EFA8-6062D5EDDE1C}"/>
                  </a:ext>
                </a:extLst>
              </p:cNvPr>
              <p:cNvSpPr/>
              <p:nvPr/>
            </p:nvSpPr>
            <p:spPr>
              <a:xfrm>
                <a:off x="11289862" y="216980"/>
                <a:ext cx="249462" cy="249462"/>
              </a:xfrm>
              <a:prstGeom prst="ellipse">
                <a:avLst/>
              </a:prstGeom>
              <a:solidFill>
                <a:schemeClr val="accent1">
                  <a:lumMod val="60000"/>
                  <a:lumOff val="40000"/>
                </a:schemeClr>
              </a:solidFill>
              <a:ln w="22225">
                <a:solidFill>
                  <a:schemeClr val="accent1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latinLnBrk="0">
                  <a:defRPr/>
                </a:pPr>
                <a:endParaRPr lang="en-US" altLang="ko-KR" sz="2400" b="1" i="1" kern="0" dirty="0">
                  <a:solidFill>
                    <a:prstClr val="black">
                      <a:lumMod val="75000"/>
                      <a:lumOff val="25000"/>
                    </a:prstClr>
                  </a:solidFill>
                </a:endParaRPr>
              </a:p>
            </p:txBody>
          </p:sp>
          <p:sp>
            <p:nvSpPr>
              <p:cNvPr id="10" name="타원 9">
                <a:extLst>
                  <a:ext uri="{FF2B5EF4-FFF2-40B4-BE49-F238E27FC236}">
                    <a16:creationId xmlns:a16="http://schemas.microsoft.com/office/drawing/2014/main" id="{7F6E0DBE-298C-4C1A-BAD8-D4E3D8B493A2}"/>
                  </a:ext>
                </a:extLst>
              </p:cNvPr>
              <p:cNvSpPr/>
              <p:nvPr/>
            </p:nvSpPr>
            <p:spPr>
              <a:xfrm>
                <a:off x="11663186" y="222667"/>
                <a:ext cx="249462" cy="249462"/>
              </a:xfrm>
              <a:prstGeom prst="ellipse">
                <a:avLst/>
              </a:prstGeom>
              <a:solidFill>
                <a:schemeClr val="bg1"/>
              </a:solidFill>
              <a:ln w="22225">
                <a:solidFill>
                  <a:schemeClr val="accent1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latinLnBrk="0">
                  <a:defRPr/>
                </a:pPr>
                <a:endParaRPr lang="en-US" altLang="ko-KR" sz="2400" b="1" i="1" kern="0" dirty="0">
                  <a:solidFill>
                    <a:prstClr val="black">
                      <a:lumMod val="75000"/>
                      <a:lumOff val="25000"/>
                    </a:prstClr>
                  </a:solidFill>
                </a:endParaRPr>
              </a:p>
            </p:txBody>
          </p:sp>
          <p:sp>
            <p:nvSpPr>
              <p:cNvPr id="11" name="타원 10">
                <a:extLst>
                  <a:ext uri="{FF2B5EF4-FFF2-40B4-BE49-F238E27FC236}">
                    <a16:creationId xmlns:a16="http://schemas.microsoft.com/office/drawing/2014/main" id="{EF68B81C-88DE-5361-73CA-6B4AD7C99F23}"/>
                  </a:ext>
                </a:extLst>
              </p:cNvPr>
              <p:cNvSpPr/>
              <p:nvPr/>
            </p:nvSpPr>
            <p:spPr>
              <a:xfrm>
                <a:off x="11361623" y="289719"/>
                <a:ext cx="103983" cy="103983"/>
              </a:xfrm>
              <a:prstGeom prst="ellipse">
                <a:avLst/>
              </a:prstGeom>
              <a:solidFill>
                <a:schemeClr val="bg1"/>
              </a:solidFill>
              <a:ln w="22225">
                <a:solidFill>
                  <a:schemeClr val="accent1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>
                  <a:defRPr/>
                </a:pPr>
                <a:endParaRPr lang="ko-KR" altLang="en-US">
                  <a:solidFill>
                    <a:prstClr val="white"/>
                  </a:solidFill>
                </a:endParaRPr>
              </a:p>
            </p:txBody>
          </p:sp>
          <p:sp>
            <p:nvSpPr>
              <p:cNvPr id="12" name="직사각형 11">
                <a:extLst>
                  <a:ext uri="{FF2B5EF4-FFF2-40B4-BE49-F238E27FC236}">
                    <a16:creationId xmlns:a16="http://schemas.microsoft.com/office/drawing/2014/main" id="{DF9D21A8-24A1-CE93-28C2-3A26863655BE}"/>
                  </a:ext>
                </a:extLst>
              </p:cNvPr>
              <p:cNvSpPr/>
              <p:nvPr/>
            </p:nvSpPr>
            <p:spPr>
              <a:xfrm>
                <a:off x="10985313" y="390165"/>
                <a:ext cx="108000" cy="25200"/>
              </a:xfrm>
              <a:prstGeom prst="rect">
                <a:avLst/>
              </a:prstGeom>
              <a:solidFill>
                <a:schemeClr val="accent1">
                  <a:lumMod val="50000"/>
                </a:schemeClr>
              </a:solidFill>
              <a:ln w="254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>
                  <a:defRPr/>
                </a:pPr>
                <a:endParaRPr lang="ko-KR" altLang="en-US">
                  <a:solidFill>
                    <a:prstClr val="white"/>
                  </a:solidFill>
                </a:endParaRPr>
              </a:p>
            </p:txBody>
          </p:sp>
          <p:sp>
            <p:nvSpPr>
              <p:cNvPr id="13" name="직사각형 12">
                <a:extLst>
                  <a:ext uri="{FF2B5EF4-FFF2-40B4-BE49-F238E27FC236}">
                    <a16:creationId xmlns:a16="http://schemas.microsoft.com/office/drawing/2014/main" id="{B3DA6A9F-EFEE-2A1C-E79C-8FCE023BE2E4}"/>
                  </a:ext>
                </a:extLst>
              </p:cNvPr>
              <p:cNvSpPr/>
              <p:nvPr/>
            </p:nvSpPr>
            <p:spPr>
              <a:xfrm rot="2700000">
                <a:off x="11718625" y="339486"/>
                <a:ext cx="144000" cy="25200"/>
              </a:xfrm>
              <a:prstGeom prst="rect">
                <a:avLst/>
              </a:prstGeom>
              <a:solidFill>
                <a:schemeClr val="accent1">
                  <a:lumMod val="50000"/>
                </a:schemeClr>
              </a:solidFill>
              <a:ln w="254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>
                  <a:defRPr/>
                </a:pPr>
                <a:endParaRPr lang="ko-KR" altLang="en-US">
                  <a:solidFill>
                    <a:prstClr val="white"/>
                  </a:solidFill>
                </a:endParaRPr>
              </a:p>
            </p:txBody>
          </p:sp>
          <p:sp>
            <p:nvSpPr>
              <p:cNvPr id="14" name="직사각형 13">
                <a:extLst>
                  <a:ext uri="{FF2B5EF4-FFF2-40B4-BE49-F238E27FC236}">
                    <a16:creationId xmlns:a16="http://schemas.microsoft.com/office/drawing/2014/main" id="{BD9B9082-D1F9-0F1B-B7D4-857DA19BC473}"/>
                  </a:ext>
                </a:extLst>
              </p:cNvPr>
              <p:cNvSpPr/>
              <p:nvPr/>
            </p:nvSpPr>
            <p:spPr>
              <a:xfrm rot="18900000">
                <a:off x="11718624" y="336644"/>
                <a:ext cx="144000" cy="25200"/>
              </a:xfrm>
              <a:prstGeom prst="rect">
                <a:avLst/>
              </a:prstGeom>
              <a:solidFill>
                <a:schemeClr val="accent1">
                  <a:lumMod val="50000"/>
                </a:schemeClr>
              </a:solidFill>
              <a:ln w="254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>
                  <a:defRPr/>
                </a:pPr>
                <a:endParaRPr lang="ko-KR" altLang="en-US">
                  <a:solidFill>
                    <a:prstClr val="white"/>
                  </a:solidFill>
                </a:endParaRPr>
              </a:p>
            </p:txBody>
          </p:sp>
        </p:grpSp>
        <p:grpSp>
          <p:nvGrpSpPr>
            <p:cNvPr id="16" name="그룹 15">
              <a:extLst>
                <a:ext uri="{FF2B5EF4-FFF2-40B4-BE49-F238E27FC236}">
                  <a16:creationId xmlns:a16="http://schemas.microsoft.com/office/drawing/2014/main" id="{6211CB74-5448-FF85-C3C1-EBFCD7402A91}"/>
                </a:ext>
              </a:extLst>
            </p:cNvPr>
            <p:cNvGrpSpPr/>
            <p:nvPr/>
          </p:nvGrpSpPr>
          <p:grpSpPr>
            <a:xfrm>
              <a:off x="483531" y="389721"/>
              <a:ext cx="265151" cy="265151"/>
              <a:chOff x="1593332" y="2172798"/>
              <a:chExt cx="1083168" cy="1083168"/>
            </a:xfrm>
          </p:grpSpPr>
          <p:sp>
            <p:nvSpPr>
              <p:cNvPr id="18" name="타원 17">
                <a:extLst>
                  <a:ext uri="{FF2B5EF4-FFF2-40B4-BE49-F238E27FC236}">
                    <a16:creationId xmlns:a16="http://schemas.microsoft.com/office/drawing/2014/main" id="{CA2840B0-D721-32D9-F566-4F28C19777FE}"/>
                  </a:ext>
                </a:extLst>
              </p:cNvPr>
              <p:cNvSpPr/>
              <p:nvPr/>
            </p:nvSpPr>
            <p:spPr>
              <a:xfrm>
                <a:off x="1593332" y="2172798"/>
                <a:ext cx="1083168" cy="1083168"/>
              </a:xfrm>
              <a:prstGeom prst="ellipse">
                <a:avLst/>
              </a:prstGeom>
              <a:solidFill>
                <a:srgbClr val="FEAF53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>
                  <a:defRPr/>
                </a:pPr>
                <a:endParaRPr lang="ko-KR" altLang="en-US" b="1">
                  <a:solidFill>
                    <a:prstClr val="white"/>
                  </a:solidFill>
                </a:endParaRPr>
              </a:p>
            </p:txBody>
          </p:sp>
          <p:pic>
            <p:nvPicPr>
              <p:cNvPr id="19" name="그림 18">
                <a:extLst>
                  <a:ext uri="{FF2B5EF4-FFF2-40B4-BE49-F238E27FC236}">
                    <a16:creationId xmlns:a16="http://schemas.microsoft.com/office/drawing/2014/main" id="{2C9E21F8-C784-5902-3130-DD4CD71C0F5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1741655" y="2321121"/>
                <a:ext cx="786521" cy="786521"/>
              </a:xfrm>
              <a:prstGeom prst="rect">
                <a:avLst/>
              </a:prstGeom>
              <a:noFill/>
            </p:spPr>
          </p:pic>
        </p:grpSp>
        <p:sp>
          <p:nvSpPr>
            <p:cNvPr id="25" name="사다리꼴 24">
              <a:extLst>
                <a:ext uri="{FF2B5EF4-FFF2-40B4-BE49-F238E27FC236}">
                  <a16:creationId xmlns:a16="http://schemas.microsoft.com/office/drawing/2014/main" id="{32775D9C-CAA2-4A0D-22E5-A71535D6CAB8}"/>
                </a:ext>
              </a:extLst>
            </p:cNvPr>
            <p:cNvSpPr/>
            <p:nvPr/>
          </p:nvSpPr>
          <p:spPr>
            <a:xfrm>
              <a:off x="2176462" y="65765"/>
              <a:ext cx="977891" cy="254275"/>
            </a:xfrm>
            <a:prstGeom prst="trapezoid">
              <a:avLst/>
            </a:prstGeom>
            <a:solidFill>
              <a:schemeClr val="accent1">
                <a:lumMod val="20000"/>
                <a:lumOff val="80000"/>
              </a:schemeClr>
            </a:solidFill>
            <a:ln w="22225">
              <a:solidFill>
                <a:schemeClr val="accent1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ko-KR" altLang="en-US">
                <a:solidFill>
                  <a:prstClr val="white"/>
                </a:solidFill>
              </a:endParaRPr>
            </a:p>
          </p:txBody>
        </p:sp>
        <p:sp>
          <p:nvSpPr>
            <p:cNvPr id="4" name="사다리꼴 3">
              <a:extLst>
                <a:ext uri="{FF2B5EF4-FFF2-40B4-BE49-F238E27FC236}">
                  <a16:creationId xmlns:a16="http://schemas.microsoft.com/office/drawing/2014/main" id="{844DD7F4-F341-6CA3-B852-BFE2FB11F294}"/>
                </a:ext>
              </a:extLst>
            </p:cNvPr>
            <p:cNvSpPr/>
            <p:nvPr/>
          </p:nvSpPr>
          <p:spPr>
            <a:xfrm>
              <a:off x="923925" y="65764"/>
              <a:ext cx="1771650" cy="254276"/>
            </a:xfrm>
            <a:prstGeom prst="trapezoid">
              <a:avLst/>
            </a:prstGeom>
            <a:solidFill>
              <a:schemeClr val="bg1"/>
            </a:solidFill>
            <a:ln w="22225">
              <a:solidFill>
                <a:schemeClr val="accent1">
                  <a:lumMod val="50000"/>
                </a:schemeClr>
              </a:solidFill>
            </a:ln>
            <a:effectLst>
              <a:outerShdw dist="38100" algn="l" rotWithShape="0">
                <a:prstClr val="black">
                  <a:alpha val="15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ko-KR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24" name="자유형: 도형 23">
              <a:extLst>
                <a:ext uri="{FF2B5EF4-FFF2-40B4-BE49-F238E27FC236}">
                  <a16:creationId xmlns:a16="http://schemas.microsoft.com/office/drawing/2014/main" id="{C7170367-7A26-FCFD-3283-DC65A779916A}"/>
                </a:ext>
              </a:extLst>
            </p:cNvPr>
            <p:cNvSpPr/>
            <p:nvPr/>
          </p:nvSpPr>
          <p:spPr>
            <a:xfrm>
              <a:off x="2476328" y="148428"/>
              <a:ext cx="107634" cy="110188"/>
            </a:xfrm>
            <a:custGeom>
              <a:avLst/>
              <a:gdLst>
                <a:gd name="connsiteX0" fmla="*/ 91604 w 107634"/>
                <a:gd name="connsiteY0" fmla="*/ 0 h 110188"/>
                <a:gd name="connsiteX1" fmla="*/ 107634 w 107634"/>
                <a:gd name="connsiteY1" fmla="*/ 16030 h 110188"/>
                <a:gd name="connsiteX2" fmla="*/ 68570 w 107634"/>
                <a:gd name="connsiteY2" fmla="*/ 55093 h 110188"/>
                <a:gd name="connsiteX3" fmla="*/ 107634 w 107634"/>
                <a:gd name="connsiteY3" fmla="*/ 94158 h 110188"/>
                <a:gd name="connsiteX4" fmla="*/ 91604 w 107634"/>
                <a:gd name="connsiteY4" fmla="*/ 110188 h 110188"/>
                <a:gd name="connsiteX5" fmla="*/ 52539 w 107634"/>
                <a:gd name="connsiteY5" fmla="*/ 71123 h 110188"/>
                <a:gd name="connsiteX6" fmla="*/ 16031 w 107634"/>
                <a:gd name="connsiteY6" fmla="*/ 107632 h 110188"/>
                <a:gd name="connsiteX7" fmla="*/ 0 w 107634"/>
                <a:gd name="connsiteY7" fmla="*/ 91602 h 110188"/>
                <a:gd name="connsiteX8" fmla="*/ 36510 w 107634"/>
                <a:gd name="connsiteY8" fmla="*/ 55094 h 110188"/>
                <a:gd name="connsiteX9" fmla="*/ 2 w 107634"/>
                <a:gd name="connsiteY9" fmla="*/ 18586 h 110188"/>
                <a:gd name="connsiteX10" fmla="*/ 16032 w 107634"/>
                <a:gd name="connsiteY10" fmla="*/ 2556 h 110188"/>
                <a:gd name="connsiteX11" fmla="*/ 52540 w 107634"/>
                <a:gd name="connsiteY11" fmla="*/ 39064 h 1101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07634" h="110188">
                  <a:moveTo>
                    <a:pt x="91604" y="0"/>
                  </a:moveTo>
                  <a:lnTo>
                    <a:pt x="107634" y="16030"/>
                  </a:lnTo>
                  <a:lnTo>
                    <a:pt x="68570" y="55093"/>
                  </a:lnTo>
                  <a:lnTo>
                    <a:pt x="107634" y="94158"/>
                  </a:lnTo>
                  <a:lnTo>
                    <a:pt x="91604" y="110188"/>
                  </a:lnTo>
                  <a:lnTo>
                    <a:pt x="52539" y="71123"/>
                  </a:lnTo>
                  <a:lnTo>
                    <a:pt x="16031" y="107632"/>
                  </a:lnTo>
                  <a:lnTo>
                    <a:pt x="0" y="91602"/>
                  </a:lnTo>
                  <a:lnTo>
                    <a:pt x="36510" y="55094"/>
                  </a:lnTo>
                  <a:lnTo>
                    <a:pt x="2" y="18586"/>
                  </a:lnTo>
                  <a:lnTo>
                    <a:pt x="16032" y="2556"/>
                  </a:lnTo>
                  <a:lnTo>
                    <a:pt x="52540" y="39064"/>
                  </a:lnTo>
                  <a:close/>
                </a:path>
              </a:pathLst>
            </a:custGeom>
            <a:solidFill>
              <a:schemeClr val="accent1">
                <a:lumMod val="50000"/>
              </a:schemeClr>
            </a:solidFill>
            <a:ln w="254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>
                <a:defRPr/>
              </a:pPr>
              <a:endParaRPr lang="ko-KR" altLang="en-US">
                <a:solidFill>
                  <a:prstClr val="white"/>
                </a:solidFill>
              </a:endParaRPr>
            </a:p>
          </p:txBody>
        </p:sp>
      </p:grpSp>
      <p:graphicFrame>
        <p:nvGraphicFramePr>
          <p:cNvPr id="73" name="표 16">
            <a:extLst>
              <a:ext uri="{FF2B5EF4-FFF2-40B4-BE49-F238E27FC236}">
                <a16:creationId xmlns:a16="http://schemas.microsoft.com/office/drawing/2014/main" id="{58D83ADA-30B0-8F96-888A-9310BB71017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58568762"/>
              </p:ext>
            </p:extLst>
          </p:nvPr>
        </p:nvGraphicFramePr>
        <p:xfrm>
          <a:off x="1013435" y="1194455"/>
          <a:ext cx="10271805" cy="466827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331444">
                  <a:extLst>
                    <a:ext uri="{9D8B030D-6E8A-4147-A177-3AD203B41FA5}">
                      <a16:colId xmlns:a16="http://schemas.microsoft.com/office/drawing/2014/main" val="3355884661"/>
                    </a:ext>
                  </a:extLst>
                </a:gridCol>
                <a:gridCol w="2332270">
                  <a:extLst>
                    <a:ext uri="{9D8B030D-6E8A-4147-A177-3AD203B41FA5}">
                      <a16:colId xmlns:a16="http://schemas.microsoft.com/office/drawing/2014/main" val="170707524"/>
                    </a:ext>
                  </a:extLst>
                </a:gridCol>
                <a:gridCol w="1336195">
                  <a:extLst>
                    <a:ext uri="{9D8B030D-6E8A-4147-A177-3AD203B41FA5}">
                      <a16:colId xmlns:a16="http://schemas.microsoft.com/office/drawing/2014/main" val="3392394867"/>
                    </a:ext>
                  </a:extLst>
                </a:gridCol>
                <a:gridCol w="2510428">
                  <a:extLst>
                    <a:ext uri="{9D8B030D-6E8A-4147-A177-3AD203B41FA5}">
                      <a16:colId xmlns:a16="http://schemas.microsoft.com/office/drawing/2014/main" val="3628893239"/>
                    </a:ext>
                  </a:extLst>
                </a:gridCol>
                <a:gridCol w="1384784">
                  <a:extLst>
                    <a:ext uri="{9D8B030D-6E8A-4147-A177-3AD203B41FA5}">
                      <a16:colId xmlns:a16="http://schemas.microsoft.com/office/drawing/2014/main" val="4202872511"/>
                    </a:ext>
                  </a:extLst>
                </a:gridCol>
                <a:gridCol w="1376684">
                  <a:extLst>
                    <a:ext uri="{9D8B030D-6E8A-4147-A177-3AD203B41FA5}">
                      <a16:colId xmlns:a16="http://schemas.microsoft.com/office/drawing/2014/main" val="338014259"/>
                    </a:ext>
                  </a:extLst>
                </a:gridCol>
              </a:tblGrid>
              <a:tr h="28178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100" b="1" dirty="0">
                          <a:solidFill>
                            <a:schemeClr val="tx1"/>
                          </a:solidFill>
                        </a:rPr>
                        <a:t>개발 기간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b="0" dirty="0">
                          <a:solidFill>
                            <a:schemeClr val="tx1"/>
                          </a:solidFill>
                        </a:rPr>
                        <a:t>2026.01.</a:t>
                      </a:r>
                      <a:r>
                        <a:rPr lang="ko-KR" altLang="en-US" sz="1000" b="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-US" altLang="ko-KR" sz="1000" b="0" dirty="0">
                          <a:solidFill>
                            <a:schemeClr val="tx1"/>
                          </a:solidFill>
                        </a:rPr>
                        <a:t>~</a:t>
                      </a:r>
                      <a:r>
                        <a:rPr lang="ko-KR" altLang="en-US" sz="1000" b="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-US" altLang="ko-KR" sz="1000" b="0" dirty="0">
                          <a:solidFill>
                            <a:schemeClr val="tx1"/>
                          </a:solidFill>
                        </a:rPr>
                        <a:t>2026.01.11</a:t>
                      </a:r>
                      <a:endParaRPr lang="ko-KR" altLang="en-US" sz="10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100" b="1" dirty="0">
                          <a:solidFill>
                            <a:schemeClr val="tx1"/>
                          </a:solidFill>
                        </a:rPr>
                        <a:t>사용시스템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b="0" dirty="0">
                          <a:solidFill>
                            <a:schemeClr val="tx1"/>
                          </a:solidFill>
                        </a:rPr>
                        <a:t>Chrome, Excel</a:t>
                      </a:r>
                      <a:endParaRPr lang="ko-KR" altLang="en-US" sz="10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100" b="1" dirty="0">
                          <a:solidFill>
                            <a:schemeClr val="tx1"/>
                          </a:solidFill>
                        </a:rPr>
                        <a:t>개발담당자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b="0" dirty="0" err="1">
                          <a:solidFill>
                            <a:schemeClr val="tx1"/>
                          </a:solidFill>
                        </a:rPr>
                        <a:t>임규민</a:t>
                      </a:r>
                      <a:endParaRPr lang="ko-KR" altLang="en-US" sz="10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77730559"/>
                  </a:ext>
                </a:extLst>
              </a:tr>
              <a:tr h="258454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100" b="1" dirty="0">
                          <a:solidFill>
                            <a:schemeClr val="tx1"/>
                          </a:solidFill>
                        </a:rPr>
                        <a:t>업무 요약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 gridSpan="5">
                  <a:txBody>
                    <a:bodyPr/>
                    <a:lstStyle/>
                    <a:p>
                      <a:pPr algn="l" latinLnBrk="1"/>
                      <a:r>
                        <a:rPr lang="ko-KR" altLang="en-US" sz="1000" b="0" dirty="0">
                          <a:solidFill>
                            <a:schemeClr val="tx1"/>
                          </a:solidFill>
                        </a:rPr>
                        <a:t>사용자의 요청사항에 맞는 제조사별 판매실적조회 결과 저장 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11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10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11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10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95281679"/>
                  </a:ext>
                </a:extLst>
              </a:tr>
              <a:tr h="281780">
                <a:tc gridSpan="6">
                  <a:txBody>
                    <a:bodyPr/>
                    <a:lstStyle/>
                    <a:p>
                      <a:pPr algn="ctr" latinLnBrk="1">
                        <a:lnSpc>
                          <a:spcPct val="100000"/>
                        </a:lnSpc>
                      </a:pPr>
                      <a:r>
                        <a:rPr lang="ko-KR" altLang="en-US" sz="1100" b="1" dirty="0">
                          <a:solidFill>
                            <a:schemeClr val="tx1"/>
                          </a:solidFill>
                        </a:rPr>
                        <a:t>설계 순서도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>
                        <a:lnSpc>
                          <a:spcPct val="100000"/>
                        </a:lnSpc>
                      </a:pPr>
                      <a:r>
                        <a:rPr lang="ko-KR" altLang="en-US" sz="1000" b="1" dirty="0">
                          <a:solidFill>
                            <a:schemeClr val="tx1"/>
                          </a:solidFill>
                        </a:rPr>
                        <a:t>업무 순서도 및 절차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r>
                        <a:rPr lang="ko-KR" altLang="en-US" sz="900" b="1" dirty="0">
                          <a:solidFill>
                            <a:schemeClr val="tx1"/>
                          </a:solidFill>
                        </a:rPr>
                        <a:t>업무 선순도 및 절차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9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10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34584631"/>
                  </a:ext>
                </a:extLst>
              </a:tr>
              <a:tr h="3845630">
                <a:tc gridSpan="6">
                  <a:txBody>
                    <a:bodyPr/>
                    <a:lstStyle/>
                    <a:p>
                      <a:pPr algn="ctr" latinLnBrk="1">
                        <a:lnSpc>
                          <a:spcPct val="100000"/>
                        </a:lnSpc>
                      </a:pPr>
                      <a:r>
                        <a:rPr lang="en-US" altLang="ko-KR" sz="1000" b="1" dirty="0">
                          <a:solidFill>
                            <a:srgbClr val="FF0000"/>
                          </a:solidFill>
                        </a:rPr>
                        <a:t> </a:t>
                      </a:r>
                      <a:endParaRPr lang="ko-KR" altLang="en-US" sz="1000" b="1" dirty="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0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9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r>
                        <a:rPr lang="ko-KR" altLang="en-US" sz="1000" b="1" dirty="0">
                          <a:solidFill>
                            <a:schemeClr val="tx1"/>
                          </a:solidFill>
                        </a:rPr>
                        <a:t>작업 완료 후</a:t>
                      </a:r>
                      <a:r>
                        <a:rPr lang="en-US" altLang="ko-KR" sz="1000" b="1" dirty="0">
                          <a:solidFill>
                            <a:schemeClr val="tx1"/>
                          </a:solidFill>
                        </a:rPr>
                        <a:t>,</a:t>
                      </a:r>
                    </a:p>
                    <a:p>
                      <a:pPr algn="ctr" latinLnBrk="1"/>
                      <a:r>
                        <a:rPr lang="ko-KR" altLang="en-US" sz="1000" b="1" dirty="0">
                          <a:solidFill>
                            <a:schemeClr val="tx1"/>
                          </a:solidFill>
                        </a:rPr>
                        <a:t>결과파일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10691980"/>
                  </a:ext>
                </a:extLst>
              </a:tr>
            </a:tbl>
          </a:graphicData>
        </a:graphic>
      </p:graphicFrame>
      <p:pic>
        <p:nvPicPr>
          <p:cNvPr id="21" name="그림 20" descr="스크린샷, 도표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F8D91784-CC04-3943-CC29-881C5BA4274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29337" y="2359445"/>
            <a:ext cx="8640000" cy="32713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53031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768714-E1D9-99AB-E5A7-51900A6B66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2" name="그룹 71">
            <a:extLst>
              <a:ext uri="{FF2B5EF4-FFF2-40B4-BE49-F238E27FC236}">
                <a16:creationId xmlns:a16="http://schemas.microsoft.com/office/drawing/2014/main" id="{0E1B34F9-3932-C4E3-E7B4-A98ACF3B4449}"/>
              </a:ext>
            </a:extLst>
          </p:cNvPr>
          <p:cNvGrpSpPr/>
          <p:nvPr/>
        </p:nvGrpSpPr>
        <p:grpSpPr>
          <a:xfrm>
            <a:off x="320037" y="65764"/>
            <a:ext cx="11658603" cy="6732800"/>
            <a:chOff x="320037" y="65764"/>
            <a:chExt cx="11658603" cy="6732800"/>
          </a:xfrm>
        </p:grpSpPr>
        <p:sp>
          <p:nvSpPr>
            <p:cNvPr id="2" name="정육면체 1">
              <a:extLst>
                <a:ext uri="{FF2B5EF4-FFF2-40B4-BE49-F238E27FC236}">
                  <a16:creationId xmlns:a16="http://schemas.microsoft.com/office/drawing/2014/main" id="{EE20508B-893B-0231-0AF9-68FFC4A20DA2}"/>
                </a:ext>
              </a:extLst>
            </p:cNvPr>
            <p:cNvSpPr/>
            <p:nvPr/>
          </p:nvSpPr>
          <p:spPr>
            <a:xfrm>
              <a:off x="320039" y="258616"/>
              <a:ext cx="11658601" cy="6539948"/>
            </a:xfrm>
            <a:prstGeom prst="cube">
              <a:avLst>
                <a:gd name="adj" fmla="val 1065"/>
              </a:avLst>
            </a:prstGeom>
            <a:solidFill>
              <a:schemeClr val="bg1"/>
            </a:solidFill>
            <a:ln w="22225">
              <a:solidFill>
                <a:schemeClr val="accent1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ko-KR" altLang="en-US">
                <a:solidFill>
                  <a:prstClr val="white"/>
                </a:solidFill>
              </a:endParaRPr>
            </a:p>
          </p:txBody>
        </p:sp>
        <p:sp>
          <p:nvSpPr>
            <p:cNvPr id="3" name="직사각형 2">
              <a:extLst>
                <a:ext uri="{FF2B5EF4-FFF2-40B4-BE49-F238E27FC236}">
                  <a16:creationId xmlns:a16="http://schemas.microsoft.com/office/drawing/2014/main" id="{4D0BC410-F558-3F98-C0E5-28489C4BA049}"/>
                </a:ext>
              </a:extLst>
            </p:cNvPr>
            <p:cNvSpPr/>
            <p:nvPr/>
          </p:nvSpPr>
          <p:spPr>
            <a:xfrm>
              <a:off x="320037" y="320040"/>
              <a:ext cx="11592000" cy="461665"/>
            </a:xfrm>
            <a:prstGeom prst="rect">
              <a:avLst/>
            </a:prstGeom>
            <a:solidFill>
              <a:schemeClr val="bg1"/>
            </a:solidFill>
            <a:ln w="22225">
              <a:solidFill>
                <a:schemeClr val="accent1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447675">
                <a:tabLst>
                  <a:tab pos="1524000" algn="l"/>
                  <a:tab pos="2419350" algn="l"/>
                </a:tabLst>
                <a:defRPr/>
              </a:pPr>
              <a:r>
                <a:rPr lang="en-US" altLang="ko-KR" b="1" dirty="0">
                  <a:solidFill>
                    <a:prstClr val="black">
                      <a:lumMod val="50000"/>
                      <a:lumOff val="50000"/>
                    </a:prstClr>
                  </a:solidFill>
                </a:rPr>
                <a:t>PDD – </a:t>
              </a:r>
              <a:r>
                <a:rPr lang="ko-KR" altLang="en-US" b="1" dirty="0">
                  <a:solidFill>
                    <a:prstClr val="black">
                      <a:lumMod val="50000"/>
                      <a:lumOff val="50000"/>
                    </a:prstClr>
                  </a:solidFill>
                </a:rPr>
                <a:t>순서도 세부사항</a:t>
              </a:r>
            </a:p>
          </p:txBody>
        </p:sp>
        <p:grpSp>
          <p:nvGrpSpPr>
            <p:cNvPr id="6" name="그룹 5">
              <a:extLst>
                <a:ext uri="{FF2B5EF4-FFF2-40B4-BE49-F238E27FC236}">
                  <a16:creationId xmlns:a16="http://schemas.microsoft.com/office/drawing/2014/main" id="{FAC1A5D6-ACB1-FDB6-EF1A-935E39114109}"/>
                </a:ext>
              </a:extLst>
            </p:cNvPr>
            <p:cNvGrpSpPr/>
            <p:nvPr/>
          </p:nvGrpSpPr>
          <p:grpSpPr>
            <a:xfrm>
              <a:off x="10868674" y="424266"/>
              <a:ext cx="897876" cy="229536"/>
              <a:chOff x="10914582" y="216980"/>
              <a:chExt cx="998066" cy="255149"/>
            </a:xfrm>
          </p:grpSpPr>
          <p:sp>
            <p:nvSpPr>
              <p:cNvPr id="8" name="타원 7">
                <a:extLst>
                  <a:ext uri="{FF2B5EF4-FFF2-40B4-BE49-F238E27FC236}">
                    <a16:creationId xmlns:a16="http://schemas.microsoft.com/office/drawing/2014/main" id="{8D6FECCC-4F58-7A1A-4FB2-CB5E8A77686D}"/>
                  </a:ext>
                </a:extLst>
              </p:cNvPr>
              <p:cNvSpPr/>
              <p:nvPr/>
            </p:nvSpPr>
            <p:spPr>
              <a:xfrm>
                <a:off x="10914582" y="222666"/>
                <a:ext cx="249462" cy="249462"/>
              </a:xfrm>
              <a:prstGeom prst="ellipse">
                <a:avLst/>
              </a:prstGeom>
              <a:solidFill>
                <a:schemeClr val="bg1"/>
              </a:solidFill>
              <a:ln w="22225">
                <a:solidFill>
                  <a:schemeClr val="accent1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latinLnBrk="0">
                  <a:defRPr/>
                </a:pPr>
                <a:endParaRPr lang="en-US" altLang="ko-KR" sz="2400" b="1" i="1" kern="0" dirty="0">
                  <a:solidFill>
                    <a:prstClr val="black">
                      <a:lumMod val="75000"/>
                      <a:lumOff val="25000"/>
                    </a:prstClr>
                  </a:solidFill>
                </a:endParaRPr>
              </a:p>
            </p:txBody>
          </p:sp>
          <p:sp>
            <p:nvSpPr>
              <p:cNvPr id="9" name="타원 8">
                <a:extLst>
                  <a:ext uri="{FF2B5EF4-FFF2-40B4-BE49-F238E27FC236}">
                    <a16:creationId xmlns:a16="http://schemas.microsoft.com/office/drawing/2014/main" id="{33ADC293-2D27-B65F-47AB-6151D3125F20}"/>
                  </a:ext>
                </a:extLst>
              </p:cNvPr>
              <p:cNvSpPr/>
              <p:nvPr/>
            </p:nvSpPr>
            <p:spPr>
              <a:xfrm>
                <a:off x="11289862" y="216980"/>
                <a:ext cx="249462" cy="249462"/>
              </a:xfrm>
              <a:prstGeom prst="ellipse">
                <a:avLst/>
              </a:prstGeom>
              <a:solidFill>
                <a:schemeClr val="accent1">
                  <a:lumMod val="60000"/>
                  <a:lumOff val="40000"/>
                </a:schemeClr>
              </a:solidFill>
              <a:ln w="22225">
                <a:solidFill>
                  <a:schemeClr val="accent1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latinLnBrk="0">
                  <a:defRPr/>
                </a:pPr>
                <a:endParaRPr lang="en-US" altLang="ko-KR" sz="2400" b="1" i="1" kern="0" dirty="0">
                  <a:solidFill>
                    <a:prstClr val="black">
                      <a:lumMod val="75000"/>
                      <a:lumOff val="25000"/>
                    </a:prstClr>
                  </a:solidFill>
                </a:endParaRPr>
              </a:p>
            </p:txBody>
          </p:sp>
          <p:sp>
            <p:nvSpPr>
              <p:cNvPr id="10" name="타원 9">
                <a:extLst>
                  <a:ext uri="{FF2B5EF4-FFF2-40B4-BE49-F238E27FC236}">
                    <a16:creationId xmlns:a16="http://schemas.microsoft.com/office/drawing/2014/main" id="{85DD2E5A-44FB-D9C0-42CD-62949CADEB8F}"/>
                  </a:ext>
                </a:extLst>
              </p:cNvPr>
              <p:cNvSpPr/>
              <p:nvPr/>
            </p:nvSpPr>
            <p:spPr>
              <a:xfrm>
                <a:off x="11663186" y="222667"/>
                <a:ext cx="249462" cy="249462"/>
              </a:xfrm>
              <a:prstGeom prst="ellipse">
                <a:avLst/>
              </a:prstGeom>
              <a:solidFill>
                <a:schemeClr val="bg1"/>
              </a:solidFill>
              <a:ln w="22225">
                <a:solidFill>
                  <a:schemeClr val="accent1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latinLnBrk="0">
                  <a:defRPr/>
                </a:pPr>
                <a:endParaRPr lang="en-US" altLang="ko-KR" sz="2400" b="1" i="1" kern="0" dirty="0">
                  <a:solidFill>
                    <a:prstClr val="black">
                      <a:lumMod val="75000"/>
                      <a:lumOff val="25000"/>
                    </a:prstClr>
                  </a:solidFill>
                </a:endParaRPr>
              </a:p>
            </p:txBody>
          </p:sp>
          <p:sp>
            <p:nvSpPr>
              <p:cNvPr id="11" name="타원 10">
                <a:extLst>
                  <a:ext uri="{FF2B5EF4-FFF2-40B4-BE49-F238E27FC236}">
                    <a16:creationId xmlns:a16="http://schemas.microsoft.com/office/drawing/2014/main" id="{D0CE4CF4-E96E-DBBB-73EF-B4F86D0FF794}"/>
                  </a:ext>
                </a:extLst>
              </p:cNvPr>
              <p:cNvSpPr/>
              <p:nvPr/>
            </p:nvSpPr>
            <p:spPr>
              <a:xfrm>
                <a:off x="11361623" y="289719"/>
                <a:ext cx="103983" cy="103983"/>
              </a:xfrm>
              <a:prstGeom prst="ellipse">
                <a:avLst/>
              </a:prstGeom>
              <a:solidFill>
                <a:schemeClr val="bg1"/>
              </a:solidFill>
              <a:ln w="22225">
                <a:solidFill>
                  <a:schemeClr val="accent1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>
                  <a:defRPr/>
                </a:pPr>
                <a:endParaRPr lang="ko-KR" altLang="en-US">
                  <a:solidFill>
                    <a:prstClr val="white"/>
                  </a:solidFill>
                </a:endParaRPr>
              </a:p>
            </p:txBody>
          </p:sp>
          <p:sp>
            <p:nvSpPr>
              <p:cNvPr id="12" name="직사각형 11">
                <a:extLst>
                  <a:ext uri="{FF2B5EF4-FFF2-40B4-BE49-F238E27FC236}">
                    <a16:creationId xmlns:a16="http://schemas.microsoft.com/office/drawing/2014/main" id="{53D587F2-B7A9-978C-8D1C-A1D8477E57C3}"/>
                  </a:ext>
                </a:extLst>
              </p:cNvPr>
              <p:cNvSpPr/>
              <p:nvPr/>
            </p:nvSpPr>
            <p:spPr>
              <a:xfrm>
                <a:off x="10985313" y="390165"/>
                <a:ext cx="108000" cy="25200"/>
              </a:xfrm>
              <a:prstGeom prst="rect">
                <a:avLst/>
              </a:prstGeom>
              <a:solidFill>
                <a:schemeClr val="accent1">
                  <a:lumMod val="50000"/>
                </a:schemeClr>
              </a:solidFill>
              <a:ln w="254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>
                  <a:defRPr/>
                </a:pPr>
                <a:endParaRPr lang="ko-KR" altLang="en-US">
                  <a:solidFill>
                    <a:prstClr val="white"/>
                  </a:solidFill>
                </a:endParaRPr>
              </a:p>
            </p:txBody>
          </p:sp>
          <p:sp>
            <p:nvSpPr>
              <p:cNvPr id="13" name="직사각형 12">
                <a:extLst>
                  <a:ext uri="{FF2B5EF4-FFF2-40B4-BE49-F238E27FC236}">
                    <a16:creationId xmlns:a16="http://schemas.microsoft.com/office/drawing/2014/main" id="{0F66A530-157C-4746-EAF8-2DB6BF58A7C3}"/>
                  </a:ext>
                </a:extLst>
              </p:cNvPr>
              <p:cNvSpPr/>
              <p:nvPr/>
            </p:nvSpPr>
            <p:spPr>
              <a:xfrm rot="2700000">
                <a:off x="11718625" y="339486"/>
                <a:ext cx="144000" cy="25200"/>
              </a:xfrm>
              <a:prstGeom prst="rect">
                <a:avLst/>
              </a:prstGeom>
              <a:solidFill>
                <a:schemeClr val="accent1">
                  <a:lumMod val="50000"/>
                </a:schemeClr>
              </a:solidFill>
              <a:ln w="254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>
                  <a:defRPr/>
                </a:pPr>
                <a:endParaRPr lang="ko-KR" altLang="en-US">
                  <a:solidFill>
                    <a:prstClr val="white"/>
                  </a:solidFill>
                </a:endParaRPr>
              </a:p>
            </p:txBody>
          </p:sp>
          <p:sp>
            <p:nvSpPr>
              <p:cNvPr id="14" name="직사각형 13">
                <a:extLst>
                  <a:ext uri="{FF2B5EF4-FFF2-40B4-BE49-F238E27FC236}">
                    <a16:creationId xmlns:a16="http://schemas.microsoft.com/office/drawing/2014/main" id="{9FDDB5BD-117B-85A3-840D-5F903FA913BB}"/>
                  </a:ext>
                </a:extLst>
              </p:cNvPr>
              <p:cNvSpPr/>
              <p:nvPr/>
            </p:nvSpPr>
            <p:spPr>
              <a:xfrm rot="18900000">
                <a:off x="11718624" y="336644"/>
                <a:ext cx="144000" cy="25200"/>
              </a:xfrm>
              <a:prstGeom prst="rect">
                <a:avLst/>
              </a:prstGeom>
              <a:solidFill>
                <a:schemeClr val="accent1">
                  <a:lumMod val="50000"/>
                </a:schemeClr>
              </a:solidFill>
              <a:ln w="254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>
                  <a:defRPr/>
                </a:pPr>
                <a:endParaRPr lang="ko-KR" altLang="en-US">
                  <a:solidFill>
                    <a:prstClr val="white"/>
                  </a:solidFill>
                </a:endParaRPr>
              </a:p>
            </p:txBody>
          </p:sp>
        </p:grpSp>
        <p:grpSp>
          <p:nvGrpSpPr>
            <p:cNvPr id="16" name="그룹 15">
              <a:extLst>
                <a:ext uri="{FF2B5EF4-FFF2-40B4-BE49-F238E27FC236}">
                  <a16:creationId xmlns:a16="http://schemas.microsoft.com/office/drawing/2014/main" id="{670BC19F-1AB4-CFC6-6D86-D150449E92FA}"/>
                </a:ext>
              </a:extLst>
            </p:cNvPr>
            <p:cNvGrpSpPr/>
            <p:nvPr/>
          </p:nvGrpSpPr>
          <p:grpSpPr>
            <a:xfrm>
              <a:off x="483531" y="389721"/>
              <a:ext cx="265151" cy="265151"/>
              <a:chOff x="1593332" y="2172798"/>
              <a:chExt cx="1083168" cy="1083168"/>
            </a:xfrm>
          </p:grpSpPr>
          <p:sp>
            <p:nvSpPr>
              <p:cNvPr id="18" name="타원 17">
                <a:extLst>
                  <a:ext uri="{FF2B5EF4-FFF2-40B4-BE49-F238E27FC236}">
                    <a16:creationId xmlns:a16="http://schemas.microsoft.com/office/drawing/2014/main" id="{CAB61C06-17FF-95F8-C6A6-CF1B514BFD14}"/>
                  </a:ext>
                </a:extLst>
              </p:cNvPr>
              <p:cNvSpPr/>
              <p:nvPr/>
            </p:nvSpPr>
            <p:spPr>
              <a:xfrm>
                <a:off x="1593332" y="2172798"/>
                <a:ext cx="1083168" cy="1083168"/>
              </a:xfrm>
              <a:prstGeom prst="ellipse">
                <a:avLst/>
              </a:prstGeom>
              <a:solidFill>
                <a:srgbClr val="FEAF53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>
                  <a:defRPr/>
                </a:pPr>
                <a:endParaRPr lang="ko-KR" altLang="en-US" b="1">
                  <a:solidFill>
                    <a:prstClr val="white"/>
                  </a:solidFill>
                </a:endParaRPr>
              </a:p>
            </p:txBody>
          </p:sp>
          <p:pic>
            <p:nvPicPr>
              <p:cNvPr id="19" name="그림 18">
                <a:extLst>
                  <a:ext uri="{FF2B5EF4-FFF2-40B4-BE49-F238E27FC236}">
                    <a16:creationId xmlns:a16="http://schemas.microsoft.com/office/drawing/2014/main" id="{72A419E9-D97A-3E38-EAF0-47C89E95AA1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1741655" y="2321121"/>
                <a:ext cx="786521" cy="786521"/>
              </a:xfrm>
              <a:prstGeom prst="rect">
                <a:avLst/>
              </a:prstGeom>
              <a:noFill/>
            </p:spPr>
          </p:pic>
        </p:grpSp>
        <p:sp>
          <p:nvSpPr>
            <p:cNvPr id="25" name="사다리꼴 24">
              <a:extLst>
                <a:ext uri="{FF2B5EF4-FFF2-40B4-BE49-F238E27FC236}">
                  <a16:creationId xmlns:a16="http://schemas.microsoft.com/office/drawing/2014/main" id="{64BD2E5E-DFBF-6087-CC44-34901537F065}"/>
                </a:ext>
              </a:extLst>
            </p:cNvPr>
            <p:cNvSpPr/>
            <p:nvPr/>
          </p:nvSpPr>
          <p:spPr>
            <a:xfrm>
              <a:off x="2176462" y="65765"/>
              <a:ext cx="977891" cy="254275"/>
            </a:xfrm>
            <a:prstGeom prst="trapezoid">
              <a:avLst/>
            </a:prstGeom>
            <a:solidFill>
              <a:schemeClr val="accent1">
                <a:lumMod val="20000"/>
                <a:lumOff val="80000"/>
              </a:schemeClr>
            </a:solidFill>
            <a:ln w="22225">
              <a:solidFill>
                <a:schemeClr val="accent1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ko-KR" altLang="en-US">
                <a:solidFill>
                  <a:prstClr val="white"/>
                </a:solidFill>
              </a:endParaRPr>
            </a:p>
          </p:txBody>
        </p:sp>
        <p:sp>
          <p:nvSpPr>
            <p:cNvPr id="4" name="사다리꼴 3">
              <a:extLst>
                <a:ext uri="{FF2B5EF4-FFF2-40B4-BE49-F238E27FC236}">
                  <a16:creationId xmlns:a16="http://schemas.microsoft.com/office/drawing/2014/main" id="{A527C73D-5578-F0A4-6C19-33D8FDB31CA5}"/>
                </a:ext>
              </a:extLst>
            </p:cNvPr>
            <p:cNvSpPr/>
            <p:nvPr/>
          </p:nvSpPr>
          <p:spPr>
            <a:xfrm>
              <a:off x="923925" y="65764"/>
              <a:ext cx="1771650" cy="254276"/>
            </a:xfrm>
            <a:prstGeom prst="trapezoid">
              <a:avLst/>
            </a:prstGeom>
            <a:solidFill>
              <a:schemeClr val="bg1"/>
            </a:solidFill>
            <a:ln w="22225">
              <a:solidFill>
                <a:schemeClr val="accent1">
                  <a:lumMod val="50000"/>
                </a:schemeClr>
              </a:solidFill>
            </a:ln>
            <a:effectLst>
              <a:outerShdw dist="38100" algn="l" rotWithShape="0">
                <a:prstClr val="black">
                  <a:alpha val="15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ko-KR" altLang="en-US" dirty="0">
                <a:solidFill>
                  <a:prstClr val="white"/>
                </a:solidFill>
              </a:endParaRPr>
            </a:p>
          </p:txBody>
        </p:sp>
        <p:sp>
          <p:nvSpPr>
            <p:cNvPr id="24" name="자유형: 도형 23">
              <a:extLst>
                <a:ext uri="{FF2B5EF4-FFF2-40B4-BE49-F238E27FC236}">
                  <a16:creationId xmlns:a16="http://schemas.microsoft.com/office/drawing/2014/main" id="{B1858098-08C5-8BF6-302D-0D3321DD4BFB}"/>
                </a:ext>
              </a:extLst>
            </p:cNvPr>
            <p:cNvSpPr/>
            <p:nvPr/>
          </p:nvSpPr>
          <p:spPr>
            <a:xfrm>
              <a:off x="2476328" y="148428"/>
              <a:ext cx="107634" cy="110188"/>
            </a:xfrm>
            <a:custGeom>
              <a:avLst/>
              <a:gdLst>
                <a:gd name="connsiteX0" fmla="*/ 91604 w 107634"/>
                <a:gd name="connsiteY0" fmla="*/ 0 h 110188"/>
                <a:gd name="connsiteX1" fmla="*/ 107634 w 107634"/>
                <a:gd name="connsiteY1" fmla="*/ 16030 h 110188"/>
                <a:gd name="connsiteX2" fmla="*/ 68570 w 107634"/>
                <a:gd name="connsiteY2" fmla="*/ 55093 h 110188"/>
                <a:gd name="connsiteX3" fmla="*/ 107634 w 107634"/>
                <a:gd name="connsiteY3" fmla="*/ 94158 h 110188"/>
                <a:gd name="connsiteX4" fmla="*/ 91604 w 107634"/>
                <a:gd name="connsiteY4" fmla="*/ 110188 h 110188"/>
                <a:gd name="connsiteX5" fmla="*/ 52539 w 107634"/>
                <a:gd name="connsiteY5" fmla="*/ 71123 h 110188"/>
                <a:gd name="connsiteX6" fmla="*/ 16031 w 107634"/>
                <a:gd name="connsiteY6" fmla="*/ 107632 h 110188"/>
                <a:gd name="connsiteX7" fmla="*/ 0 w 107634"/>
                <a:gd name="connsiteY7" fmla="*/ 91602 h 110188"/>
                <a:gd name="connsiteX8" fmla="*/ 36510 w 107634"/>
                <a:gd name="connsiteY8" fmla="*/ 55094 h 110188"/>
                <a:gd name="connsiteX9" fmla="*/ 2 w 107634"/>
                <a:gd name="connsiteY9" fmla="*/ 18586 h 110188"/>
                <a:gd name="connsiteX10" fmla="*/ 16032 w 107634"/>
                <a:gd name="connsiteY10" fmla="*/ 2556 h 110188"/>
                <a:gd name="connsiteX11" fmla="*/ 52540 w 107634"/>
                <a:gd name="connsiteY11" fmla="*/ 39064 h 1101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07634" h="110188">
                  <a:moveTo>
                    <a:pt x="91604" y="0"/>
                  </a:moveTo>
                  <a:lnTo>
                    <a:pt x="107634" y="16030"/>
                  </a:lnTo>
                  <a:lnTo>
                    <a:pt x="68570" y="55093"/>
                  </a:lnTo>
                  <a:lnTo>
                    <a:pt x="107634" y="94158"/>
                  </a:lnTo>
                  <a:lnTo>
                    <a:pt x="91604" y="110188"/>
                  </a:lnTo>
                  <a:lnTo>
                    <a:pt x="52539" y="71123"/>
                  </a:lnTo>
                  <a:lnTo>
                    <a:pt x="16031" y="107632"/>
                  </a:lnTo>
                  <a:lnTo>
                    <a:pt x="0" y="91602"/>
                  </a:lnTo>
                  <a:lnTo>
                    <a:pt x="36510" y="55094"/>
                  </a:lnTo>
                  <a:lnTo>
                    <a:pt x="2" y="18586"/>
                  </a:lnTo>
                  <a:lnTo>
                    <a:pt x="16032" y="2556"/>
                  </a:lnTo>
                  <a:lnTo>
                    <a:pt x="52540" y="39064"/>
                  </a:lnTo>
                  <a:close/>
                </a:path>
              </a:pathLst>
            </a:custGeom>
            <a:solidFill>
              <a:schemeClr val="accent1">
                <a:lumMod val="50000"/>
              </a:schemeClr>
            </a:solidFill>
            <a:ln w="254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>
                <a:defRPr/>
              </a:pPr>
              <a:endParaRPr lang="ko-KR" altLang="en-US">
                <a:solidFill>
                  <a:prstClr val="white"/>
                </a:solidFill>
              </a:endParaRPr>
            </a:p>
          </p:txBody>
        </p:sp>
      </p:grpSp>
      <p:graphicFrame>
        <p:nvGraphicFramePr>
          <p:cNvPr id="5" name="표 4">
            <a:extLst>
              <a:ext uri="{FF2B5EF4-FFF2-40B4-BE49-F238E27FC236}">
                <a16:creationId xmlns:a16="http://schemas.microsoft.com/office/drawing/2014/main" id="{669B8214-8B0A-5A10-04A9-9DDDCCBA539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17989567"/>
              </p:ext>
            </p:extLst>
          </p:nvPr>
        </p:nvGraphicFramePr>
        <p:xfrm>
          <a:off x="1013435" y="1194455"/>
          <a:ext cx="10271806" cy="42553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7949">
                  <a:extLst>
                    <a:ext uri="{9D8B030D-6E8A-4147-A177-3AD203B41FA5}">
                      <a16:colId xmlns:a16="http://schemas.microsoft.com/office/drawing/2014/main" val="2949329046"/>
                    </a:ext>
                  </a:extLst>
                </a:gridCol>
                <a:gridCol w="2018865">
                  <a:extLst>
                    <a:ext uri="{9D8B030D-6E8A-4147-A177-3AD203B41FA5}">
                      <a16:colId xmlns:a16="http://schemas.microsoft.com/office/drawing/2014/main" val="4175160694"/>
                    </a:ext>
                  </a:extLst>
                </a:gridCol>
                <a:gridCol w="6637661">
                  <a:extLst>
                    <a:ext uri="{9D8B030D-6E8A-4147-A177-3AD203B41FA5}">
                      <a16:colId xmlns:a16="http://schemas.microsoft.com/office/drawing/2014/main" val="1017136227"/>
                    </a:ext>
                  </a:extLst>
                </a:gridCol>
                <a:gridCol w="1247331">
                  <a:extLst>
                    <a:ext uri="{9D8B030D-6E8A-4147-A177-3AD203B41FA5}">
                      <a16:colId xmlns:a16="http://schemas.microsoft.com/office/drawing/2014/main" val="845590638"/>
                    </a:ext>
                  </a:extLst>
                </a:gridCol>
              </a:tblGrid>
              <a:tr h="44487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1" dirty="0">
                          <a:solidFill>
                            <a:schemeClr val="bg1"/>
                          </a:solidFill>
                          <a:latin typeface="+mn-ea"/>
                          <a:ea typeface="+mn-ea"/>
                        </a:rPr>
                        <a:t>No</a:t>
                      </a:r>
                      <a:endParaRPr lang="ko-KR" altLang="en-US" sz="1400" b="1" dirty="0">
                        <a:solidFill>
                          <a:schemeClr val="bg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377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14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상세</a:t>
                      </a:r>
                      <a:r>
                        <a:rPr kumimoji="0" lang="en-US" altLang="ko-KR" sz="14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 Activity</a:t>
                      </a:r>
                      <a:endParaRPr kumimoji="0" lang="ko-KR" altLang="en-US" sz="14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377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14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세부</a:t>
                      </a:r>
                      <a:r>
                        <a:rPr kumimoji="0" lang="en-US" altLang="ko-KR" sz="14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kumimoji="0" lang="ko-KR" altLang="en-US" sz="14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설명</a:t>
                      </a:r>
                    </a:p>
                  </a:txBody>
                  <a:tcPr marL="36000" marR="36000" marT="36000" marB="360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377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14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시스템</a:t>
                      </a:r>
                    </a:p>
                  </a:txBody>
                  <a:tcPr marL="0" marR="36000" marT="36000" marB="360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99059156"/>
                  </a:ext>
                </a:extLst>
              </a:tr>
              <a:tr h="520916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1</a:t>
                      </a:r>
                    </a:p>
                  </a:txBody>
                  <a:tcPr marL="36000" marR="36000" marT="36000" marB="360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 latinLnBrk="1">
                        <a:lnSpc>
                          <a:spcPct val="150000"/>
                        </a:lnSpc>
                      </a:pPr>
                      <a:r>
                        <a:rPr lang="ko-KR" altLang="en-US" sz="105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폴더 및 파일 정리</a:t>
                      </a:r>
                      <a:endParaRPr lang="en-US" altLang="ko-KR" sz="105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108000" marR="36000" marT="36000" marB="360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lvl="0" indent="0" algn="l" latinLnBrk="1">
                        <a:lnSpc>
                          <a:spcPct val="150000"/>
                        </a:lnSpc>
                        <a:buFontTx/>
                        <a:buNone/>
                      </a:pPr>
                      <a:r>
                        <a:rPr lang="en-US" altLang="ko-KR" sz="1050" dirty="0">
                          <a:solidFill>
                            <a:schemeClr val="tx1"/>
                          </a:solidFill>
                        </a:rPr>
                        <a:t>- </a:t>
                      </a:r>
                      <a:r>
                        <a:rPr lang="ko-KR" altLang="en-US" sz="1050" dirty="0">
                          <a:solidFill>
                            <a:schemeClr val="tx1"/>
                          </a:solidFill>
                        </a:rPr>
                        <a:t>지정 경로에 </a:t>
                      </a:r>
                      <a:r>
                        <a:rPr lang="en-US" altLang="ko-KR" sz="1050" dirty="0" err="1">
                          <a:solidFill>
                            <a:schemeClr val="tx1"/>
                          </a:solidFill>
                        </a:rPr>
                        <a:t>ProjectName</a:t>
                      </a:r>
                      <a:r>
                        <a:rPr lang="en-US" altLang="ko-KR" sz="105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ko-KR" altLang="en-US" sz="1050" dirty="0">
                          <a:solidFill>
                            <a:schemeClr val="tx1"/>
                          </a:solidFill>
                        </a:rPr>
                        <a:t>디렉토리 생성</a:t>
                      </a:r>
                      <a:r>
                        <a:rPr lang="en-US" altLang="ko-KR" sz="1050" dirty="0">
                          <a:solidFill>
                            <a:schemeClr val="tx1"/>
                          </a:solidFill>
                        </a:rPr>
                        <a:t>,</a:t>
                      </a:r>
                    </a:p>
                    <a:p>
                      <a:pPr marL="0" lvl="0" indent="0" algn="l" latinLnBrk="1">
                        <a:lnSpc>
                          <a:spcPct val="150000"/>
                        </a:lnSpc>
                        <a:buFontTx/>
                        <a:buNone/>
                      </a:pPr>
                      <a:r>
                        <a:rPr lang="en-US" altLang="ko-KR" sz="1050" dirty="0">
                          <a:solidFill>
                            <a:schemeClr val="tx1"/>
                          </a:solidFill>
                        </a:rPr>
                        <a:t>- </a:t>
                      </a:r>
                      <a:r>
                        <a:rPr lang="ko-KR" altLang="en-US" sz="1050" dirty="0">
                          <a:solidFill>
                            <a:schemeClr val="tx1"/>
                          </a:solidFill>
                        </a:rPr>
                        <a:t>생성된 디렉토리에</a:t>
                      </a:r>
                      <a:r>
                        <a:rPr lang="en-US" altLang="ko-KR" sz="1050" dirty="0">
                          <a:solidFill>
                            <a:schemeClr val="tx1"/>
                          </a:solidFill>
                        </a:rPr>
                        <a:t> Output</a:t>
                      </a:r>
                      <a:r>
                        <a:rPr lang="ko-KR" altLang="en-US" sz="1050" dirty="0">
                          <a:solidFill>
                            <a:schemeClr val="tx1"/>
                          </a:solidFill>
                        </a:rPr>
                        <a:t>폴더</a:t>
                      </a:r>
                      <a:r>
                        <a:rPr lang="en-US" altLang="ko-KR" sz="1050" dirty="0">
                          <a:solidFill>
                            <a:schemeClr val="tx1"/>
                          </a:solidFill>
                        </a:rPr>
                        <a:t>, Input</a:t>
                      </a:r>
                      <a:r>
                        <a:rPr lang="ko-KR" altLang="en-US" sz="1050" dirty="0">
                          <a:solidFill>
                            <a:schemeClr val="tx1"/>
                          </a:solidFill>
                        </a:rPr>
                        <a:t>폴더</a:t>
                      </a:r>
                      <a:r>
                        <a:rPr lang="en-US" altLang="ko-KR" sz="1050" dirty="0">
                          <a:solidFill>
                            <a:schemeClr val="tx1"/>
                          </a:solidFill>
                        </a:rPr>
                        <a:t>, Temp</a:t>
                      </a:r>
                      <a:r>
                        <a:rPr lang="ko-KR" altLang="en-US" sz="1050" dirty="0">
                          <a:solidFill>
                            <a:schemeClr val="tx1"/>
                          </a:solidFill>
                        </a:rPr>
                        <a:t>폴더 생성</a:t>
                      </a:r>
                      <a:endParaRPr lang="en-US" altLang="ko-KR" sz="1050" dirty="0">
                        <a:solidFill>
                          <a:schemeClr val="tx1"/>
                        </a:solidFill>
                      </a:endParaRPr>
                    </a:p>
                  </a:txBody>
                  <a:tcPr marL="108000" marR="36000" marT="36000" marB="360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05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Local</a:t>
                      </a:r>
                    </a:p>
                  </a:txBody>
                  <a:tcPr marL="36000" marR="36000" marT="36000" marB="360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45391235"/>
                  </a:ext>
                </a:extLst>
              </a:tr>
              <a:tr h="280987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2</a:t>
                      </a:r>
                      <a:endParaRPr lang="ko-KR" altLang="en-US" sz="1200" b="1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 latinLnBrk="1">
                        <a:lnSpc>
                          <a:spcPct val="150000"/>
                        </a:lnSpc>
                      </a:pPr>
                      <a:r>
                        <a:rPr lang="ko-KR" altLang="en-US" sz="105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요청 정보 수집</a:t>
                      </a:r>
                      <a:endParaRPr lang="en-US" altLang="ko-KR" sz="105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108000" marR="36000" marT="36000" marB="360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50" b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- </a:t>
                      </a:r>
                      <a:r>
                        <a:rPr lang="ko-KR" altLang="en-US" sz="1050" b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이미지 분석</a:t>
                      </a:r>
                      <a:r>
                        <a:rPr lang="en-US" altLang="ko-KR" sz="1050" b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, </a:t>
                      </a:r>
                      <a:r>
                        <a:rPr lang="ko-KR" altLang="en-US" sz="1050" b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이미지 생성 요청 정보를 엑셀 파일로부터 전달 받음</a:t>
                      </a:r>
                      <a:endParaRPr lang="en-US" altLang="ko-KR" sz="105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108000" marR="36000" marT="36000" marB="360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844083" rtl="0" eaLnBrk="1" fontAlgn="auto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05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Excel</a:t>
                      </a:r>
                    </a:p>
                  </a:txBody>
                  <a:tcPr marL="36000" marR="36000" marT="36000" marB="360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29846909"/>
                  </a:ext>
                </a:extLst>
              </a:tr>
              <a:tr h="280987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3</a:t>
                      </a:r>
                    </a:p>
                  </a:txBody>
                  <a:tcPr marL="36000" marR="36000" marT="36000" marB="360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 latinLnBrk="1">
                        <a:lnSpc>
                          <a:spcPct val="150000"/>
                        </a:lnSpc>
                      </a:pPr>
                      <a:r>
                        <a:rPr lang="ko-KR" altLang="en-US" sz="105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이미지 분석</a:t>
                      </a:r>
                      <a:endParaRPr lang="en-US" altLang="ko-KR" sz="105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108000" marR="36000" marT="36000" marB="360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50" dirty="0"/>
                        <a:t>- </a:t>
                      </a:r>
                      <a:r>
                        <a:rPr lang="ko-KR" altLang="en-US" sz="1050" dirty="0"/>
                        <a:t>분석 요청 받은 이미지를 </a:t>
                      </a:r>
                      <a:r>
                        <a:rPr lang="en-US" altLang="ko-KR" sz="1050" dirty="0"/>
                        <a:t>ChatGPT</a:t>
                      </a:r>
                      <a:r>
                        <a:rPr lang="ko-KR" altLang="en-US" sz="1050" dirty="0"/>
                        <a:t>에게 분석 요청</a:t>
                      </a:r>
                      <a:endParaRPr lang="en-US" altLang="ko-KR" sz="1050" dirty="0"/>
                    </a:p>
                  </a:txBody>
                  <a:tcPr marL="108000" marR="36000" marT="36000" marB="360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05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ChatGPT</a:t>
                      </a:r>
                    </a:p>
                  </a:txBody>
                  <a:tcPr marL="36000" marR="36000" marT="36000" marB="360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14121662"/>
                  </a:ext>
                </a:extLst>
              </a:tr>
              <a:tr h="280987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4</a:t>
                      </a:r>
                    </a:p>
                  </a:txBody>
                  <a:tcPr marL="36000" marR="36000" marT="36000" marB="360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 latinLnBrk="1">
                        <a:lnSpc>
                          <a:spcPct val="150000"/>
                        </a:lnSpc>
                      </a:pPr>
                      <a:r>
                        <a:rPr lang="ko-KR" altLang="en-US" sz="105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분석내용 입력</a:t>
                      </a:r>
                      <a:endParaRPr lang="en-US" altLang="ko-KR" sz="105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108000" marR="36000" marT="36000" marB="360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50" dirty="0"/>
                        <a:t>- </a:t>
                      </a:r>
                      <a:r>
                        <a:rPr lang="ko-KR" altLang="en-US" sz="1050" dirty="0"/>
                        <a:t>분석 결과를 엑셀 양식에 맞게 입력</a:t>
                      </a:r>
                      <a:endParaRPr lang="en-US" altLang="ko-KR" sz="1050" dirty="0"/>
                    </a:p>
                  </a:txBody>
                  <a:tcPr marL="108000" marR="36000" marT="36000" marB="360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05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Excel</a:t>
                      </a:r>
                    </a:p>
                  </a:txBody>
                  <a:tcPr marL="36000" marR="36000" marT="36000" marB="360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80904320"/>
                  </a:ext>
                </a:extLst>
              </a:tr>
              <a:tr h="520916">
                <a:tc>
                  <a:txBody>
                    <a:bodyPr/>
                    <a:lstStyle/>
                    <a:p>
                      <a:pPr algn="ctr" latinLnBrk="1"/>
                      <a:endParaRPr lang="ko-KR" altLang="en-US" sz="1200" b="1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 latinLnBrk="1">
                        <a:lnSpc>
                          <a:spcPct val="150000"/>
                        </a:lnSpc>
                      </a:pPr>
                      <a:r>
                        <a:rPr lang="ko-KR" altLang="en-US" sz="105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분석 요청할 정보가 있는가</a:t>
                      </a:r>
                      <a:r>
                        <a:rPr lang="en-US" altLang="ko-KR" sz="105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?</a:t>
                      </a:r>
                    </a:p>
                  </a:txBody>
                  <a:tcPr marL="108000" marR="36000" marT="36000" marB="360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lvl="0" indent="0" algn="l" latinLnBrk="1">
                        <a:lnSpc>
                          <a:spcPct val="150000"/>
                        </a:lnSpc>
                        <a:buFontTx/>
                        <a:buNone/>
                      </a:pPr>
                      <a:r>
                        <a:rPr lang="en-US" altLang="ko-KR" sz="1050" dirty="0">
                          <a:solidFill>
                            <a:schemeClr val="tx1"/>
                          </a:solidFill>
                        </a:rPr>
                        <a:t>- </a:t>
                      </a:r>
                      <a:r>
                        <a:rPr lang="ko-KR" altLang="en-US" sz="1050" dirty="0">
                          <a:solidFill>
                            <a:schemeClr val="tx1"/>
                          </a:solidFill>
                        </a:rPr>
                        <a:t>분석 요청할 정보가 있는지 판별</a:t>
                      </a:r>
                      <a:endParaRPr lang="en-US" altLang="ko-KR" sz="1050" dirty="0">
                        <a:solidFill>
                          <a:schemeClr val="tx1"/>
                        </a:solidFill>
                      </a:endParaRPr>
                    </a:p>
                    <a:p>
                      <a:pPr marL="0" lvl="0" indent="0" algn="l" latinLnBrk="1">
                        <a:lnSpc>
                          <a:spcPct val="150000"/>
                        </a:lnSpc>
                        <a:buFontTx/>
                        <a:buNone/>
                      </a:pPr>
                      <a:r>
                        <a:rPr lang="en-US" altLang="ko-KR" sz="1050" dirty="0">
                          <a:solidFill>
                            <a:schemeClr val="tx1"/>
                          </a:solidFill>
                        </a:rPr>
                        <a:t>- </a:t>
                      </a:r>
                      <a:r>
                        <a:rPr lang="ko-KR" altLang="en-US" sz="1050" dirty="0">
                          <a:solidFill>
                            <a:schemeClr val="tx1"/>
                          </a:solidFill>
                        </a:rPr>
                        <a:t>분석 요청할 정보가 있다면 </a:t>
                      </a:r>
                      <a:r>
                        <a:rPr lang="en-US" altLang="ko-KR" sz="1050" dirty="0">
                          <a:solidFill>
                            <a:schemeClr val="tx1"/>
                          </a:solidFill>
                        </a:rPr>
                        <a:t>No.3 </a:t>
                      </a:r>
                      <a:r>
                        <a:rPr lang="ko-KR" altLang="en-US" sz="1050" dirty="0">
                          <a:solidFill>
                            <a:schemeClr val="tx1"/>
                          </a:solidFill>
                        </a:rPr>
                        <a:t>부터 반복</a:t>
                      </a:r>
                      <a:endParaRPr lang="en-US" altLang="ko-KR" sz="1050" dirty="0">
                        <a:solidFill>
                          <a:schemeClr val="tx1"/>
                        </a:solidFill>
                      </a:endParaRPr>
                    </a:p>
                  </a:txBody>
                  <a:tcPr marL="108000" marR="36000" marT="36000" marB="360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844083" rtl="0" eaLnBrk="1" fontAlgn="auto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105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9743682"/>
                  </a:ext>
                </a:extLst>
              </a:tr>
              <a:tr h="280987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5</a:t>
                      </a:r>
                      <a:endParaRPr lang="ko-KR" altLang="en-US" sz="1200" b="1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 latinLnBrk="1">
                        <a:lnSpc>
                          <a:spcPct val="150000"/>
                        </a:lnSpc>
                      </a:pPr>
                      <a:r>
                        <a:rPr lang="ko-KR" altLang="en-US" sz="105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엑셀 저장</a:t>
                      </a:r>
                      <a:endParaRPr lang="en-US" altLang="ko-KR" sz="105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108000" marR="36000" marT="36000" marB="360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50" b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- ‘</a:t>
                      </a:r>
                      <a:r>
                        <a:rPr lang="ko-KR" altLang="en-US" sz="1050" b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미니프로젝트</a:t>
                      </a:r>
                      <a:r>
                        <a:rPr lang="en-US" altLang="ko-KR" sz="1050" b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1_</a:t>
                      </a:r>
                      <a:r>
                        <a:rPr lang="ko-KR" altLang="en-US" sz="1050" b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분석결과</a:t>
                      </a:r>
                      <a:r>
                        <a:rPr lang="en-US" altLang="ko-KR" sz="1050" b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.xlsx’</a:t>
                      </a:r>
                      <a:r>
                        <a:rPr lang="ko-KR" altLang="en-US" sz="1050" b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으로 </a:t>
                      </a:r>
                      <a:r>
                        <a:rPr lang="en-US" altLang="ko-KR" sz="1050" b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Output </a:t>
                      </a:r>
                      <a:r>
                        <a:rPr lang="ko-KR" altLang="en-US" sz="1050" b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폴더에 저장</a:t>
                      </a:r>
                      <a:endParaRPr lang="en-US" altLang="ko-KR" sz="105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108000" marR="36000" marT="36000" marB="360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844083" rtl="0" eaLnBrk="1" fontAlgn="auto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05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Excel</a:t>
                      </a:r>
                    </a:p>
                  </a:txBody>
                  <a:tcPr marL="36000" marR="36000" marT="36000" marB="360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98970371"/>
                  </a:ext>
                </a:extLst>
              </a:tr>
              <a:tr h="280987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6</a:t>
                      </a:r>
                      <a:endParaRPr lang="ko-KR" altLang="en-US" sz="1200" b="1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 latinLnBrk="1">
                        <a:lnSpc>
                          <a:spcPct val="150000"/>
                        </a:lnSpc>
                      </a:pPr>
                      <a:r>
                        <a:rPr lang="ko-KR" altLang="en-US" sz="105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이미지 생성</a:t>
                      </a:r>
                      <a:endParaRPr lang="en-US" altLang="ko-KR" sz="105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108000" marR="36000" marT="36000" marB="360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50" b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- ChatGPT</a:t>
                      </a:r>
                      <a:r>
                        <a:rPr lang="ko-KR" altLang="en-US" sz="1050" b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에게 이미지 생성 요청</a:t>
                      </a:r>
                      <a:endParaRPr lang="en-US" altLang="ko-KR" sz="105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108000" marR="36000" marT="36000" marB="360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844083" rtl="0" eaLnBrk="1" fontAlgn="auto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05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ChatGPT</a:t>
                      </a:r>
                    </a:p>
                  </a:txBody>
                  <a:tcPr marL="36000" marR="36000" marT="36000" marB="360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66213692"/>
                  </a:ext>
                </a:extLst>
              </a:tr>
              <a:tr h="280987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7</a:t>
                      </a:r>
                      <a:endParaRPr lang="ko-KR" altLang="en-US" sz="1200" b="1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 latinLnBrk="1">
                        <a:lnSpc>
                          <a:spcPct val="150000"/>
                        </a:lnSpc>
                      </a:pPr>
                      <a:r>
                        <a:rPr lang="ko-KR" altLang="en-US" sz="105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이미지 저장</a:t>
                      </a:r>
                      <a:endParaRPr lang="en-US" altLang="ko-KR" sz="105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108000" marR="36000" marT="36000" marB="360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50" b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- ‘</a:t>
                      </a:r>
                      <a:r>
                        <a:rPr lang="ko-KR" altLang="en-US" sz="1050" b="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요청자</a:t>
                      </a:r>
                      <a:r>
                        <a:rPr lang="en-US" altLang="ko-KR" sz="1050" b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_</a:t>
                      </a:r>
                      <a:r>
                        <a:rPr lang="ko-KR" altLang="en-US" sz="1050" b="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요청이미지</a:t>
                      </a:r>
                      <a:r>
                        <a:rPr lang="en-US" altLang="ko-KR" sz="1050" b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.</a:t>
                      </a:r>
                      <a:r>
                        <a:rPr lang="en-US" altLang="ko-KR" sz="1050" b="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png</a:t>
                      </a:r>
                      <a:r>
                        <a:rPr lang="en-US" altLang="ko-KR" sz="1050" b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’</a:t>
                      </a:r>
                      <a:r>
                        <a:rPr lang="ko-KR" altLang="en-US" sz="1050" b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로 </a:t>
                      </a:r>
                      <a:r>
                        <a:rPr lang="en-US" altLang="ko-KR" sz="1050" b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Output </a:t>
                      </a:r>
                      <a:r>
                        <a:rPr lang="ko-KR" altLang="en-US" sz="1050" b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폴더에 저장</a:t>
                      </a:r>
                      <a:endParaRPr lang="en-US" altLang="ko-KR" sz="105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108000" marR="36000" marT="36000" marB="360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844083" rtl="0" eaLnBrk="1" fontAlgn="auto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05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Local</a:t>
                      </a:r>
                    </a:p>
                  </a:txBody>
                  <a:tcPr marL="36000" marR="36000" marT="36000" marB="360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44386976"/>
                  </a:ext>
                </a:extLst>
              </a:tr>
              <a:tr h="280987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8</a:t>
                      </a:r>
                      <a:endParaRPr lang="ko-KR" altLang="en-US" sz="1200" b="1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 latinLnBrk="1">
                        <a:lnSpc>
                          <a:spcPct val="150000"/>
                        </a:lnSpc>
                      </a:pPr>
                      <a:r>
                        <a:rPr lang="ko-KR" altLang="en-US" sz="105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메일 전송</a:t>
                      </a:r>
                      <a:endParaRPr lang="en-US" altLang="ko-KR" sz="105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108000" marR="36000" marT="36000" marB="360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50" b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- </a:t>
                      </a:r>
                      <a:r>
                        <a:rPr lang="ko-KR" altLang="en-US" sz="1050" b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저장된 이미지를 첨부하여 메일 전송</a:t>
                      </a:r>
                      <a:endParaRPr lang="en-US" altLang="ko-KR" sz="105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108000" marR="36000" marT="36000" marB="360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844083" rtl="0" eaLnBrk="1" fontAlgn="auto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05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Naver</a:t>
                      </a:r>
                    </a:p>
                  </a:txBody>
                  <a:tcPr marL="36000" marR="36000" marT="36000" marB="360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3904538"/>
                  </a:ext>
                </a:extLst>
              </a:tr>
              <a:tr h="520916">
                <a:tc>
                  <a:txBody>
                    <a:bodyPr/>
                    <a:lstStyle/>
                    <a:p>
                      <a:pPr algn="ctr" latinLnBrk="1"/>
                      <a:endParaRPr lang="ko-KR" altLang="en-US" sz="1200" b="1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 latinLnBrk="1">
                        <a:lnSpc>
                          <a:spcPct val="150000"/>
                        </a:lnSpc>
                      </a:pPr>
                      <a:r>
                        <a:rPr lang="ko-KR" altLang="en-US" sz="105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생성 요청할 정보가 있는가</a:t>
                      </a:r>
                      <a:r>
                        <a:rPr lang="en-US" altLang="ko-KR" sz="105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?</a:t>
                      </a:r>
                    </a:p>
                  </a:txBody>
                  <a:tcPr marL="108000" marR="36000" marT="36000" marB="360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marR="0" lvl="0" indent="-171450" algn="l" defTabSz="914400" rtl="0" eaLnBrk="1" fontAlgn="auto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Char char="-"/>
                        <a:tabLst/>
                        <a:defRPr/>
                      </a:pPr>
                      <a:r>
                        <a:rPr lang="ko-KR" altLang="en-US" sz="1050" b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생성 요청할 정보가 있는지 판별</a:t>
                      </a:r>
                      <a:endParaRPr lang="en-US" altLang="ko-KR" sz="105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  <a:p>
                      <a:pPr marL="171450" marR="0" lvl="0" indent="-171450" algn="l" defTabSz="914400" rtl="0" eaLnBrk="1" fontAlgn="auto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Char char="-"/>
                        <a:tabLst/>
                        <a:defRPr/>
                      </a:pPr>
                      <a:r>
                        <a:rPr lang="ko-KR" altLang="en-US" sz="1050" b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생성 요청할 정보가 있다면 </a:t>
                      </a:r>
                      <a:r>
                        <a:rPr lang="en-US" altLang="ko-KR" sz="1050" b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No.6 </a:t>
                      </a:r>
                      <a:r>
                        <a:rPr lang="ko-KR" altLang="en-US" sz="1050" b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부터 반복</a:t>
                      </a:r>
                      <a:endParaRPr lang="en-US" altLang="ko-KR" sz="105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108000" marR="36000" marT="36000" marB="360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844083" rtl="0" eaLnBrk="1" fontAlgn="auto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105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34349746"/>
                  </a:ext>
                </a:extLst>
              </a:tr>
              <a:tr h="279311">
                <a:tc gridSpan="4"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**</a:t>
                      </a:r>
                      <a:r>
                        <a:rPr lang="ko-KR" altLang="en-US" sz="12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최종 엑셀파일 저장 경로 </a:t>
                      </a:r>
                      <a:r>
                        <a:rPr lang="en-US" altLang="ko-KR" sz="12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-</a:t>
                      </a:r>
                      <a:r>
                        <a:rPr lang="ko-KR" altLang="en-US" sz="12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 </a:t>
                      </a:r>
                      <a:r>
                        <a:rPr lang="en-US" altLang="ko-KR" sz="12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C:\RPA\(</a:t>
                      </a:r>
                      <a:r>
                        <a:rPr lang="ko-KR" altLang="en-US" sz="12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프로젝트명</a:t>
                      </a:r>
                      <a:r>
                        <a:rPr lang="en-US" altLang="ko-KR" sz="12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)\Output</a:t>
                      </a:r>
                      <a:endParaRPr lang="ko-KR" altLang="en-US" sz="1200" b="1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marL="0" indent="0" algn="l" latinLnBrk="1">
                        <a:lnSpc>
                          <a:spcPct val="150000"/>
                        </a:lnSpc>
                      </a:pPr>
                      <a:endParaRPr lang="en-US" altLang="ko-KR" sz="105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108000" marR="36000" marT="36000" marB="360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105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108000" marR="36000" marT="36000" marB="360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ctr" defTabSz="844083" rtl="0" eaLnBrk="1" fontAlgn="auto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ko-KR" altLang="en-US" sz="105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0751770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40778924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F1149E-A272-CB1F-C376-BF6BB57BFF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2" name="그룹 71">
            <a:extLst>
              <a:ext uri="{FF2B5EF4-FFF2-40B4-BE49-F238E27FC236}">
                <a16:creationId xmlns:a16="http://schemas.microsoft.com/office/drawing/2014/main" id="{A7444924-7DBB-DBBB-B9A5-CC454670AF67}"/>
              </a:ext>
            </a:extLst>
          </p:cNvPr>
          <p:cNvGrpSpPr/>
          <p:nvPr/>
        </p:nvGrpSpPr>
        <p:grpSpPr>
          <a:xfrm>
            <a:off x="320037" y="65764"/>
            <a:ext cx="11658603" cy="6732800"/>
            <a:chOff x="320037" y="65764"/>
            <a:chExt cx="11658603" cy="6732800"/>
          </a:xfrm>
        </p:grpSpPr>
        <p:sp>
          <p:nvSpPr>
            <p:cNvPr id="2" name="정육면체 1">
              <a:extLst>
                <a:ext uri="{FF2B5EF4-FFF2-40B4-BE49-F238E27FC236}">
                  <a16:creationId xmlns:a16="http://schemas.microsoft.com/office/drawing/2014/main" id="{7D612C42-03C1-A03A-7EDF-9D885D14C549}"/>
                </a:ext>
              </a:extLst>
            </p:cNvPr>
            <p:cNvSpPr/>
            <p:nvPr/>
          </p:nvSpPr>
          <p:spPr>
            <a:xfrm>
              <a:off x="320039" y="258616"/>
              <a:ext cx="11658601" cy="6539948"/>
            </a:xfrm>
            <a:prstGeom prst="cube">
              <a:avLst>
                <a:gd name="adj" fmla="val 1065"/>
              </a:avLst>
            </a:prstGeom>
            <a:solidFill>
              <a:schemeClr val="bg1"/>
            </a:solidFill>
            <a:ln w="22225">
              <a:solidFill>
                <a:schemeClr val="accent1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ko-KR" altLang="en-US">
                <a:solidFill>
                  <a:prstClr val="white"/>
                </a:solidFill>
              </a:endParaRPr>
            </a:p>
          </p:txBody>
        </p:sp>
        <p:sp>
          <p:nvSpPr>
            <p:cNvPr id="3" name="직사각형 2">
              <a:extLst>
                <a:ext uri="{FF2B5EF4-FFF2-40B4-BE49-F238E27FC236}">
                  <a16:creationId xmlns:a16="http://schemas.microsoft.com/office/drawing/2014/main" id="{97846621-5464-B3B4-681B-A81A98C2EFAC}"/>
                </a:ext>
              </a:extLst>
            </p:cNvPr>
            <p:cNvSpPr/>
            <p:nvPr/>
          </p:nvSpPr>
          <p:spPr>
            <a:xfrm>
              <a:off x="320037" y="320040"/>
              <a:ext cx="11592000" cy="461665"/>
            </a:xfrm>
            <a:prstGeom prst="rect">
              <a:avLst/>
            </a:prstGeom>
            <a:solidFill>
              <a:schemeClr val="bg1"/>
            </a:solidFill>
            <a:ln w="22225">
              <a:solidFill>
                <a:schemeClr val="accent1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447675">
                <a:tabLst>
                  <a:tab pos="1524000" algn="l"/>
                  <a:tab pos="2419350" algn="l"/>
                </a:tabLst>
                <a:defRPr/>
              </a:pPr>
              <a:r>
                <a:rPr lang="ko-KR" altLang="en-US" b="1" dirty="0">
                  <a:solidFill>
                    <a:prstClr val="black">
                      <a:lumMod val="50000"/>
                      <a:lumOff val="50000"/>
                    </a:prstClr>
                  </a:solidFill>
                </a:rPr>
                <a:t>폴더 및 파일 정리</a:t>
              </a:r>
            </a:p>
          </p:txBody>
        </p:sp>
        <p:grpSp>
          <p:nvGrpSpPr>
            <p:cNvPr id="6" name="그룹 5">
              <a:extLst>
                <a:ext uri="{FF2B5EF4-FFF2-40B4-BE49-F238E27FC236}">
                  <a16:creationId xmlns:a16="http://schemas.microsoft.com/office/drawing/2014/main" id="{EF6F530D-56BC-19D3-96AE-7C698D28C7AC}"/>
                </a:ext>
              </a:extLst>
            </p:cNvPr>
            <p:cNvGrpSpPr/>
            <p:nvPr/>
          </p:nvGrpSpPr>
          <p:grpSpPr>
            <a:xfrm>
              <a:off x="10868674" y="424266"/>
              <a:ext cx="897876" cy="229536"/>
              <a:chOff x="10914582" y="216980"/>
              <a:chExt cx="998066" cy="255149"/>
            </a:xfrm>
          </p:grpSpPr>
          <p:sp>
            <p:nvSpPr>
              <p:cNvPr id="8" name="타원 7">
                <a:extLst>
                  <a:ext uri="{FF2B5EF4-FFF2-40B4-BE49-F238E27FC236}">
                    <a16:creationId xmlns:a16="http://schemas.microsoft.com/office/drawing/2014/main" id="{BD6D45FF-59A6-33DB-D38D-7181E4A75EE3}"/>
                  </a:ext>
                </a:extLst>
              </p:cNvPr>
              <p:cNvSpPr/>
              <p:nvPr/>
            </p:nvSpPr>
            <p:spPr>
              <a:xfrm>
                <a:off x="10914582" y="222666"/>
                <a:ext cx="249462" cy="249462"/>
              </a:xfrm>
              <a:prstGeom prst="ellipse">
                <a:avLst/>
              </a:prstGeom>
              <a:solidFill>
                <a:schemeClr val="bg1"/>
              </a:solidFill>
              <a:ln w="22225">
                <a:solidFill>
                  <a:schemeClr val="accent1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latinLnBrk="0">
                  <a:defRPr/>
                </a:pPr>
                <a:endParaRPr lang="en-US" altLang="ko-KR" sz="2400" b="1" i="1" kern="0" dirty="0">
                  <a:solidFill>
                    <a:prstClr val="black">
                      <a:lumMod val="75000"/>
                      <a:lumOff val="25000"/>
                    </a:prstClr>
                  </a:solidFill>
                </a:endParaRPr>
              </a:p>
            </p:txBody>
          </p:sp>
          <p:sp>
            <p:nvSpPr>
              <p:cNvPr id="9" name="타원 8">
                <a:extLst>
                  <a:ext uri="{FF2B5EF4-FFF2-40B4-BE49-F238E27FC236}">
                    <a16:creationId xmlns:a16="http://schemas.microsoft.com/office/drawing/2014/main" id="{532F3F39-E5AF-3CF4-FEB3-E05CF8EDE0B3}"/>
                  </a:ext>
                </a:extLst>
              </p:cNvPr>
              <p:cNvSpPr/>
              <p:nvPr/>
            </p:nvSpPr>
            <p:spPr>
              <a:xfrm>
                <a:off x="11289862" y="216980"/>
                <a:ext cx="249462" cy="249462"/>
              </a:xfrm>
              <a:prstGeom prst="ellipse">
                <a:avLst/>
              </a:prstGeom>
              <a:solidFill>
                <a:schemeClr val="accent1">
                  <a:lumMod val="60000"/>
                  <a:lumOff val="40000"/>
                </a:schemeClr>
              </a:solidFill>
              <a:ln w="22225">
                <a:solidFill>
                  <a:schemeClr val="accent1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latinLnBrk="0">
                  <a:defRPr/>
                </a:pPr>
                <a:endParaRPr lang="en-US" altLang="ko-KR" sz="2400" b="1" i="1" kern="0" dirty="0">
                  <a:solidFill>
                    <a:prstClr val="black">
                      <a:lumMod val="75000"/>
                      <a:lumOff val="25000"/>
                    </a:prstClr>
                  </a:solidFill>
                </a:endParaRPr>
              </a:p>
            </p:txBody>
          </p:sp>
          <p:sp>
            <p:nvSpPr>
              <p:cNvPr id="10" name="타원 9">
                <a:extLst>
                  <a:ext uri="{FF2B5EF4-FFF2-40B4-BE49-F238E27FC236}">
                    <a16:creationId xmlns:a16="http://schemas.microsoft.com/office/drawing/2014/main" id="{D40913FF-561C-EF11-88DA-4EDE8BF3D80C}"/>
                  </a:ext>
                </a:extLst>
              </p:cNvPr>
              <p:cNvSpPr/>
              <p:nvPr/>
            </p:nvSpPr>
            <p:spPr>
              <a:xfrm>
                <a:off x="11663186" y="222667"/>
                <a:ext cx="249462" cy="249462"/>
              </a:xfrm>
              <a:prstGeom prst="ellipse">
                <a:avLst/>
              </a:prstGeom>
              <a:solidFill>
                <a:schemeClr val="bg1"/>
              </a:solidFill>
              <a:ln w="22225">
                <a:solidFill>
                  <a:schemeClr val="accent1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latinLnBrk="0">
                  <a:defRPr/>
                </a:pPr>
                <a:endParaRPr lang="en-US" altLang="ko-KR" sz="2400" b="1" i="1" kern="0" dirty="0">
                  <a:solidFill>
                    <a:prstClr val="black">
                      <a:lumMod val="75000"/>
                      <a:lumOff val="25000"/>
                    </a:prstClr>
                  </a:solidFill>
                </a:endParaRPr>
              </a:p>
            </p:txBody>
          </p:sp>
          <p:sp>
            <p:nvSpPr>
              <p:cNvPr id="11" name="타원 10">
                <a:extLst>
                  <a:ext uri="{FF2B5EF4-FFF2-40B4-BE49-F238E27FC236}">
                    <a16:creationId xmlns:a16="http://schemas.microsoft.com/office/drawing/2014/main" id="{52050491-01B7-1E1D-05FE-55DD541691A9}"/>
                  </a:ext>
                </a:extLst>
              </p:cNvPr>
              <p:cNvSpPr/>
              <p:nvPr/>
            </p:nvSpPr>
            <p:spPr>
              <a:xfrm>
                <a:off x="11361623" y="289719"/>
                <a:ext cx="103983" cy="103983"/>
              </a:xfrm>
              <a:prstGeom prst="ellipse">
                <a:avLst/>
              </a:prstGeom>
              <a:solidFill>
                <a:schemeClr val="bg1"/>
              </a:solidFill>
              <a:ln w="22225">
                <a:solidFill>
                  <a:schemeClr val="accent1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>
                  <a:defRPr/>
                </a:pPr>
                <a:endParaRPr lang="ko-KR" altLang="en-US">
                  <a:solidFill>
                    <a:prstClr val="white"/>
                  </a:solidFill>
                </a:endParaRPr>
              </a:p>
            </p:txBody>
          </p:sp>
          <p:sp>
            <p:nvSpPr>
              <p:cNvPr id="12" name="직사각형 11">
                <a:extLst>
                  <a:ext uri="{FF2B5EF4-FFF2-40B4-BE49-F238E27FC236}">
                    <a16:creationId xmlns:a16="http://schemas.microsoft.com/office/drawing/2014/main" id="{7BC0CD89-B816-C3C0-B9C4-0241B6E13E07}"/>
                  </a:ext>
                </a:extLst>
              </p:cNvPr>
              <p:cNvSpPr/>
              <p:nvPr/>
            </p:nvSpPr>
            <p:spPr>
              <a:xfrm>
                <a:off x="10985313" y="390165"/>
                <a:ext cx="108000" cy="25200"/>
              </a:xfrm>
              <a:prstGeom prst="rect">
                <a:avLst/>
              </a:prstGeom>
              <a:solidFill>
                <a:schemeClr val="accent1">
                  <a:lumMod val="50000"/>
                </a:schemeClr>
              </a:solidFill>
              <a:ln w="254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>
                  <a:defRPr/>
                </a:pPr>
                <a:endParaRPr lang="ko-KR" altLang="en-US">
                  <a:solidFill>
                    <a:prstClr val="white"/>
                  </a:solidFill>
                </a:endParaRPr>
              </a:p>
            </p:txBody>
          </p:sp>
          <p:sp>
            <p:nvSpPr>
              <p:cNvPr id="13" name="직사각형 12">
                <a:extLst>
                  <a:ext uri="{FF2B5EF4-FFF2-40B4-BE49-F238E27FC236}">
                    <a16:creationId xmlns:a16="http://schemas.microsoft.com/office/drawing/2014/main" id="{E5C2F0FB-DE2E-8127-4E3C-A28A0899BEAC}"/>
                  </a:ext>
                </a:extLst>
              </p:cNvPr>
              <p:cNvSpPr/>
              <p:nvPr/>
            </p:nvSpPr>
            <p:spPr>
              <a:xfrm rot="2700000">
                <a:off x="11718625" y="339486"/>
                <a:ext cx="144000" cy="25200"/>
              </a:xfrm>
              <a:prstGeom prst="rect">
                <a:avLst/>
              </a:prstGeom>
              <a:solidFill>
                <a:schemeClr val="accent1">
                  <a:lumMod val="50000"/>
                </a:schemeClr>
              </a:solidFill>
              <a:ln w="254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>
                  <a:defRPr/>
                </a:pPr>
                <a:endParaRPr lang="ko-KR" altLang="en-US">
                  <a:solidFill>
                    <a:prstClr val="white"/>
                  </a:solidFill>
                </a:endParaRPr>
              </a:p>
            </p:txBody>
          </p:sp>
          <p:sp>
            <p:nvSpPr>
              <p:cNvPr id="14" name="직사각형 13">
                <a:extLst>
                  <a:ext uri="{FF2B5EF4-FFF2-40B4-BE49-F238E27FC236}">
                    <a16:creationId xmlns:a16="http://schemas.microsoft.com/office/drawing/2014/main" id="{6BFCF6F2-93B9-5884-D761-E69754EA2817}"/>
                  </a:ext>
                </a:extLst>
              </p:cNvPr>
              <p:cNvSpPr/>
              <p:nvPr/>
            </p:nvSpPr>
            <p:spPr>
              <a:xfrm rot="18900000">
                <a:off x="11718624" y="336644"/>
                <a:ext cx="144000" cy="25200"/>
              </a:xfrm>
              <a:prstGeom prst="rect">
                <a:avLst/>
              </a:prstGeom>
              <a:solidFill>
                <a:schemeClr val="accent1">
                  <a:lumMod val="50000"/>
                </a:schemeClr>
              </a:solidFill>
              <a:ln w="254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>
                  <a:defRPr/>
                </a:pPr>
                <a:endParaRPr lang="ko-KR" altLang="en-US">
                  <a:solidFill>
                    <a:prstClr val="white"/>
                  </a:solidFill>
                </a:endParaRPr>
              </a:p>
            </p:txBody>
          </p:sp>
        </p:grpSp>
        <p:grpSp>
          <p:nvGrpSpPr>
            <p:cNvPr id="16" name="그룹 15">
              <a:extLst>
                <a:ext uri="{FF2B5EF4-FFF2-40B4-BE49-F238E27FC236}">
                  <a16:creationId xmlns:a16="http://schemas.microsoft.com/office/drawing/2014/main" id="{74807885-13BA-5832-C02C-4008AB477E07}"/>
                </a:ext>
              </a:extLst>
            </p:cNvPr>
            <p:cNvGrpSpPr/>
            <p:nvPr/>
          </p:nvGrpSpPr>
          <p:grpSpPr>
            <a:xfrm>
              <a:off x="483531" y="389721"/>
              <a:ext cx="265151" cy="265151"/>
              <a:chOff x="1593332" y="2172798"/>
              <a:chExt cx="1083168" cy="1083168"/>
            </a:xfrm>
          </p:grpSpPr>
          <p:sp>
            <p:nvSpPr>
              <p:cNvPr id="18" name="타원 17">
                <a:extLst>
                  <a:ext uri="{FF2B5EF4-FFF2-40B4-BE49-F238E27FC236}">
                    <a16:creationId xmlns:a16="http://schemas.microsoft.com/office/drawing/2014/main" id="{7B65E3E1-85AE-FAD0-F2EB-4EC80726E89B}"/>
                  </a:ext>
                </a:extLst>
              </p:cNvPr>
              <p:cNvSpPr/>
              <p:nvPr/>
            </p:nvSpPr>
            <p:spPr>
              <a:xfrm>
                <a:off x="1593332" y="2172798"/>
                <a:ext cx="1083168" cy="1083168"/>
              </a:xfrm>
              <a:prstGeom prst="ellipse">
                <a:avLst/>
              </a:prstGeom>
              <a:solidFill>
                <a:srgbClr val="FEAF53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>
                  <a:defRPr/>
                </a:pPr>
                <a:endParaRPr lang="ko-KR" altLang="en-US" b="1">
                  <a:solidFill>
                    <a:prstClr val="white"/>
                  </a:solidFill>
                </a:endParaRPr>
              </a:p>
            </p:txBody>
          </p:sp>
          <p:pic>
            <p:nvPicPr>
              <p:cNvPr id="19" name="그림 18">
                <a:extLst>
                  <a:ext uri="{FF2B5EF4-FFF2-40B4-BE49-F238E27FC236}">
                    <a16:creationId xmlns:a16="http://schemas.microsoft.com/office/drawing/2014/main" id="{A8D664B6-C2A7-CEAF-5EC3-AE979AF26F1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1741655" y="2321121"/>
                <a:ext cx="786521" cy="786521"/>
              </a:xfrm>
              <a:prstGeom prst="rect">
                <a:avLst/>
              </a:prstGeom>
              <a:noFill/>
            </p:spPr>
          </p:pic>
        </p:grpSp>
        <p:sp>
          <p:nvSpPr>
            <p:cNvPr id="25" name="사다리꼴 24">
              <a:extLst>
                <a:ext uri="{FF2B5EF4-FFF2-40B4-BE49-F238E27FC236}">
                  <a16:creationId xmlns:a16="http://schemas.microsoft.com/office/drawing/2014/main" id="{02438946-8792-E8A1-CFF9-B24639969319}"/>
                </a:ext>
              </a:extLst>
            </p:cNvPr>
            <p:cNvSpPr/>
            <p:nvPr/>
          </p:nvSpPr>
          <p:spPr>
            <a:xfrm>
              <a:off x="2176462" y="65765"/>
              <a:ext cx="977891" cy="254275"/>
            </a:xfrm>
            <a:prstGeom prst="trapezoid">
              <a:avLst/>
            </a:prstGeom>
            <a:solidFill>
              <a:schemeClr val="accent1">
                <a:lumMod val="20000"/>
                <a:lumOff val="80000"/>
              </a:schemeClr>
            </a:solidFill>
            <a:ln w="22225">
              <a:solidFill>
                <a:schemeClr val="accent1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ko-KR" altLang="en-US">
                <a:solidFill>
                  <a:prstClr val="white"/>
                </a:solidFill>
              </a:endParaRPr>
            </a:p>
          </p:txBody>
        </p:sp>
        <p:sp>
          <p:nvSpPr>
            <p:cNvPr id="4" name="사다리꼴 3">
              <a:extLst>
                <a:ext uri="{FF2B5EF4-FFF2-40B4-BE49-F238E27FC236}">
                  <a16:creationId xmlns:a16="http://schemas.microsoft.com/office/drawing/2014/main" id="{E479AEC4-1884-3E2F-6572-B801A4C7463C}"/>
                </a:ext>
              </a:extLst>
            </p:cNvPr>
            <p:cNvSpPr/>
            <p:nvPr/>
          </p:nvSpPr>
          <p:spPr>
            <a:xfrm>
              <a:off x="923925" y="65764"/>
              <a:ext cx="1771650" cy="254276"/>
            </a:xfrm>
            <a:prstGeom prst="trapezoid">
              <a:avLst/>
            </a:prstGeom>
            <a:solidFill>
              <a:schemeClr val="bg1"/>
            </a:solidFill>
            <a:ln w="22225">
              <a:solidFill>
                <a:schemeClr val="accent1">
                  <a:lumMod val="50000"/>
                </a:schemeClr>
              </a:solidFill>
            </a:ln>
            <a:effectLst>
              <a:outerShdw dist="38100" algn="l" rotWithShape="0">
                <a:prstClr val="black">
                  <a:alpha val="15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ko-KR" altLang="en-US" dirty="0">
                <a:solidFill>
                  <a:prstClr val="white"/>
                </a:solidFill>
              </a:endParaRPr>
            </a:p>
          </p:txBody>
        </p:sp>
        <p:sp>
          <p:nvSpPr>
            <p:cNvPr id="24" name="자유형: 도형 23">
              <a:extLst>
                <a:ext uri="{FF2B5EF4-FFF2-40B4-BE49-F238E27FC236}">
                  <a16:creationId xmlns:a16="http://schemas.microsoft.com/office/drawing/2014/main" id="{A540B830-0FC8-946D-F549-7A4DB71773E9}"/>
                </a:ext>
              </a:extLst>
            </p:cNvPr>
            <p:cNvSpPr/>
            <p:nvPr/>
          </p:nvSpPr>
          <p:spPr>
            <a:xfrm>
              <a:off x="2476328" y="148428"/>
              <a:ext cx="107634" cy="110188"/>
            </a:xfrm>
            <a:custGeom>
              <a:avLst/>
              <a:gdLst>
                <a:gd name="connsiteX0" fmla="*/ 91604 w 107634"/>
                <a:gd name="connsiteY0" fmla="*/ 0 h 110188"/>
                <a:gd name="connsiteX1" fmla="*/ 107634 w 107634"/>
                <a:gd name="connsiteY1" fmla="*/ 16030 h 110188"/>
                <a:gd name="connsiteX2" fmla="*/ 68570 w 107634"/>
                <a:gd name="connsiteY2" fmla="*/ 55093 h 110188"/>
                <a:gd name="connsiteX3" fmla="*/ 107634 w 107634"/>
                <a:gd name="connsiteY3" fmla="*/ 94158 h 110188"/>
                <a:gd name="connsiteX4" fmla="*/ 91604 w 107634"/>
                <a:gd name="connsiteY4" fmla="*/ 110188 h 110188"/>
                <a:gd name="connsiteX5" fmla="*/ 52539 w 107634"/>
                <a:gd name="connsiteY5" fmla="*/ 71123 h 110188"/>
                <a:gd name="connsiteX6" fmla="*/ 16031 w 107634"/>
                <a:gd name="connsiteY6" fmla="*/ 107632 h 110188"/>
                <a:gd name="connsiteX7" fmla="*/ 0 w 107634"/>
                <a:gd name="connsiteY7" fmla="*/ 91602 h 110188"/>
                <a:gd name="connsiteX8" fmla="*/ 36510 w 107634"/>
                <a:gd name="connsiteY8" fmla="*/ 55094 h 110188"/>
                <a:gd name="connsiteX9" fmla="*/ 2 w 107634"/>
                <a:gd name="connsiteY9" fmla="*/ 18586 h 110188"/>
                <a:gd name="connsiteX10" fmla="*/ 16032 w 107634"/>
                <a:gd name="connsiteY10" fmla="*/ 2556 h 110188"/>
                <a:gd name="connsiteX11" fmla="*/ 52540 w 107634"/>
                <a:gd name="connsiteY11" fmla="*/ 39064 h 1101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07634" h="110188">
                  <a:moveTo>
                    <a:pt x="91604" y="0"/>
                  </a:moveTo>
                  <a:lnTo>
                    <a:pt x="107634" y="16030"/>
                  </a:lnTo>
                  <a:lnTo>
                    <a:pt x="68570" y="55093"/>
                  </a:lnTo>
                  <a:lnTo>
                    <a:pt x="107634" y="94158"/>
                  </a:lnTo>
                  <a:lnTo>
                    <a:pt x="91604" y="110188"/>
                  </a:lnTo>
                  <a:lnTo>
                    <a:pt x="52539" y="71123"/>
                  </a:lnTo>
                  <a:lnTo>
                    <a:pt x="16031" y="107632"/>
                  </a:lnTo>
                  <a:lnTo>
                    <a:pt x="0" y="91602"/>
                  </a:lnTo>
                  <a:lnTo>
                    <a:pt x="36510" y="55094"/>
                  </a:lnTo>
                  <a:lnTo>
                    <a:pt x="2" y="18586"/>
                  </a:lnTo>
                  <a:lnTo>
                    <a:pt x="16032" y="2556"/>
                  </a:lnTo>
                  <a:lnTo>
                    <a:pt x="52540" y="39064"/>
                  </a:lnTo>
                  <a:close/>
                </a:path>
              </a:pathLst>
            </a:custGeom>
            <a:solidFill>
              <a:schemeClr val="accent1">
                <a:lumMod val="50000"/>
              </a:schemeClr>
            </a:solidFill>
            <a:ln w="254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>
                <a:defRPr/>
              </a:pPr>
              <a:endParaRPr lang="ko-KR" altLang="en-US">
                <a:solidFill>
                  <a:prstClr val="white"/>
                </a:solidFill>
              </a:endParaRPr>
            </a:p>
          </p:txBody>
        </p:sp>
      </p:grpSp>
      <p:graphicFrame>
        <p:nvGraphicFramePr>
          <p:cNvPr id="27" name="표 26">
            <a:extLst>
              <a:ext uri="{FF2B5EF4-FFF2-40B4-BE49-F238E27FC236}">
                <a16:creationId xmlns:a16="http://schemas.microsoft.com/office/drawing/2014/main" id="{9E884848-1D9D-F8EF-0C7B-715512A853B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49942695"/>
              </p:ext>
            </p:extLst>
          </p:nvPr>
        </p:nvGraphicFramePr>
        <p:xfrm>
          <a:off x="9034612" y="799371"/>
          <a:ext cx="2877425" cy="5999193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2877425">
                  <a:extLst>
                    <a:ext uri="{9D8B030D-6E8A-4147-A177-3AD203B41FA5}">
                      <a16:colId xmlns:a16="http://schemas.microsoft.com/office/drawing/2014/main" val="183202961"/>
                    </a:ext>
                  </a:extLst>
                </a:gridCol>
              </a:tblGrid>
              <a:tr h="346484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000" b="1" dirty="0">
                          <a:solidFill>
                            <a:prstClr val="black">
                              <a:lumMod val="50000"/>
                              <a:lumOff val="50000"/>
                            </a:prstClr>
                          </a:solidFill>
                        </a:rPr>
                        <a:t>작업 상세 내용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77856305"/>
                  </a:ext>
                </a:extLst>
              </a:tr>
              <a:tr h="4011814">
                <a:tc>
                  <a:txBody>
                    <a:bodyPr/>
                    <a:lstStyle/>
                    <a:p>
                      <a:pPr marL="228600" marR="0" lvl="0" indent="-2286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AutoNum type="circleNumDbPlain"/>
                        <a:tabLst/>
                        <a:defRPr/>
                      </a:pPr>
                      <a:r>
                        <a:rPr lang="ko-KR" altLang="en-US" sz="900" dirty="0"/>
                        <a:t>‘</a:t>
                      </a:r>
                      <a:r>
                        <a:rPr lang="en-US" altLang="ko-KR" sz="900" dirty="0"/>
                        <a:t>C:\RPA</a:t>
                      </a:r>
                      <a:r>
                        <a:rPr lang="ko-KR" altLang="en-US" sz="900" dirty="0"/>
                        <a:t>교육</a:t>
                      </a:r>
                      <a:r>
                        <a:rPr lang="en-US" altLang="ko-KR" sz="900" dirty="0"/>
                        <a:t>\’+ </a:t>
                      </a:r>
                      <a:r>
                        <a:rPr lang="en-US" altLang="ko-KR" sz="900" dirty="0" err="1"/>
                        <a:t>ProjectName</a:t>
                      </a:r>
                      <a:r>
                        <a:rPr lang="en-US" altLang="ko-KR" sz="900" dirty="0"/>
                        <a:t> +                 ‘</a:t>
                      </a:r>
                      <a:r>
                        <a:rPr lang="ko-KR" altLang="en-US" sz="900" dirty="0" err="1"/>
                        <a:t>이미지분석및</a:t>
                      </a:r>
                      <a:r>
                        <a:rPr lang="ko-KR" altLang="en-US" sz="900" dirty="0"/>
                        <a:t> 생성</a:t>
                      </a:r>
                      <a:r>
                        <a:rPr lang="en-US" altLang="ko-KR" sz="900" dirty="0"/>
                        <a:t>’ </a:t>
                      </a:r>
                      <a:r>
                        <a:rPr lang="ko-KR" altLang="en-US" sz="900" dirty="0"/>
                        <a:t>디렉토리 생성</a:t>
                      </a:r>
                      <a:endParaRPr lang="en-US" altLang="ko-KR" sz="900" dirty="0"/>
                    </a:p>
                    <a:p>
                      <a:pPr marL="228600" marR="0" lvl="0" indent="-2286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AutoNum type="circleNumDbPlain"/>
                        <a:tabLst/>
                        <a:defRPr/>
                      </a:pPr>
                      <a:r>
                        <a:rPr lang="ko-KR" altLang="en-US" sz="900" b="0" baseline="0" dirty="0">
                          <a:solidFill>
                            <a:schemeClr val="tx1"/>
                          </a:solidFill>
                        </a:rPr>
                        <a:t>생성된 디렉토리 내부에  </a:t>
                      </a:r>
                      <a:r>
                        <a:rPr lang="en-US" altLang="ko-KR" sz="900" b="0" baseline="0" dirty="0">
                          <a:solidFill>
                            <a:schemeClr val="tx1"/>
                          </a:solidFill>
                        </a:rPr>
                        <a:t>                             Input, Output, Temp </a:t>
                      </a:r>
                      <a:r>
                        <a:rPr lang="ko-KR" altLang="en-US" sz="900" b="0" baseline="0" dirty="0">
                          <a:solidFill>
                            <a:schemeClr val="tx1"/>
                          </a:solidFill>
                        </a:rPr>
                        <a:t>디렉토리 생성</a:t>
                      </a:r>
                      <a:endParaRPr lang="en-US" altLang="ko-KR" sz="900" b="0" baseline="0" dirty="0">
                        <a:solidFill>
                          <a:schemeClr val="tx1"/>
                        </a:solidFill>
                      </a:endParaRPr>
                    </a:p>
                    <a:p>
                      <a:pPr marL="228600" marR="0" lvl="0" indent="-2286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AutoNum type="circleNumDbPlain"/>
                        <a:tabLst/>
                        <a:defRPr/>
                      </a:pPr>
                      <a:endParaRPr lang="en-US" altLang="ko-KR" sz="900" b="0" baseline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47830247"/>
                  </a:ext>
                </a:extLst>
              </a:tr>
              <a:tr h="353583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000" b="1" dirty="0">
                          <a:solidFill>
                            <a:prstClr val="black">
                              <a:lumMod val="50000"/>
                              <a:lumOff val="50000"/>
                            </a:prstClr>
                          </a:solidFill>
                        </a:rPr>
                        <a:t>비고 및 특이사항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01623550"/>
                  </a:ext>
                </a:extLst>
              </a:tr>
              <a:tr h="1287312">
                <a:tc>
                  <a:txBody>
                    <a:bodyPr/>
                    <a:lstStyle/>
                    <a:p>
                      <a:pPr marL="171450" indent="-171450" latinLnBrk="1">
                        <a:buFont typeface="Wingdings" panose="05000000000000000000" pitchFamily="2" charset="2"/>
                        <a:buChar char="§"/>
                      </a:pPr>
                      <a:r>
                        <a:rPr lang="en-US" altLang="ko-KR" sz="900" dirty="0"/>
                        <a:t>Temp </a:t>
                      </a:r>
                      <a:r>
                        <a:rPr lang="ko-KR" altLang="en-US" sz="900" dirty="0"/>
                        <a:t>폴더 안 </a:t>
                      </a:r>
                      <a:r>
                        <a:rPr lang="en-US" altLang="ko-KR" sz="900" dirty="0"/>
                        <a:t>‘</a:t>
                      </a:r>
                      <a:r>
                        <a:rPr lang="ko-KR" altLang="en-US" sz="900" dirty="0"/>
                        <a:t>미니 프로젝트</a:t>
                      </a:r>
                      <a:r>
                        <a:rPr lang="en-US" altLang="ko-KR" sz="900" dirty="0"/>
                        <a:t>1(Template).xlsx’      </a:t>
                      </a:r>
                      <a:r>
                        <a:rPr lang="ko-KR" altLang="en-US" sz="900" dirty="0"/>
                        <a:t>양식파일 존재</a:t>
                      </a:r>
                      <a:endParaRPr lang="en-US" altLang="ko-KR" sz="900" dirty="0"/>
                    </a:p>
                    <a:p>
                      <a:pPr marL="171450" indent="-171450" latinLnBrk="1">
                        <a:buFont typeface="Wingdings" panose="05000000000000000000" pitchFamily="2" charset="2"/>
                        <a:buChar char="§"/>
                      </a:pPr>
                      <a:r>
                        <a:rPr lang="en-US" altLang="ko-KR" sz="900" dirty="0"/>
                        <a:t>Input </a:t>
                      </a:r>
                      <a:r>
                        <a:rPr lang="ko-KR" altLang="en-US" sz="900" dirty="0"/>
                        <a:t>폴더 안 </a:t>
                      </a:r>
                      <a:r>
                        <a:rPr lang="en-US" altLang="ko-KR" sz="900" dirty="0"/>
                        <a:t>‘API_key.txt’,     </a:t>
                      </a:r>
                      <a:r>
                        <a:rPr lang="ko-KR" altLang="en-US" sz="900" dirty="0"/>
                        <a:t>           </a:t>
                      </a:r>
                      <a:r>
                        <a:rPr lang="en-US" altLang="ko-KR" sz="900" dirty="0"/>
                        <a:t>‘App_password.txt’ </a:t>
                      </a:r>
                      <a:r>
                        <a:rPr lang="ko-KR" altLang="en-US" sz="900" dirty="0"/>
                        <a:t>파일 존재</a:t>
                      </a:r>
                      <a:endParaRPr lang="en-US" altLang="ko-KR" sz="9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07732191"/>
                  </a:ext>
                </a:extLst>
              </a:tr>
            </a:tbl>
          </a:graphicData>
        </a:graphic>
      </p:graphicFrame>
      <p:pic>
        <p:nvPicPr>
          <p:cNvPr id="26" name="그림 25" descr="텍스트, 스크린샷, 폰트, 라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66B6808F-02C3-2B49-9790-AAF838099DE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6106" y="3301020"/>
            <a:ext cx="5760000" cy="1298650"/>
          </a:xfrm>
          <a:prstGeom prst="rect">
            <a:avLst/>
          </a:prstGeom>
          <a:ln w="25400">
            <a:solidFill>
              <a:schemeClr val="accent1">
                <a:shade val="15000"/>
              </a:schemeClr>
            </a:solidFill>
          </a:ln>
        </p:spPr>
      </p:pic>
      <p:pic>
        <p:nvPicPr>
          <p:cNvPr id="30" name="그림 29" descr="텍스트, 폰트, 라인, 번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60E8013A-19FD-6CBB-CC7F-4AA83440AEC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6106" y="1379701"/>
            <a:ext cx="5760000" cy="1902304"/>
          </a:xfrm>
          <a:prstGeom prst="rect">
            <a:avLst/>
          </a:prstGeom>
          <a:ln w="25400">
            <a:solidFill>
              <a:schemeClr val="accent1">
                <a:shade val="15000"/>
              </a:schemeClr>
            </a:solidFill>
          </a:ln>
        </p:spPr>
      </p:pic>
      <p:sp>
        <p:nvSpPr>
          <p:cNvPr id="31" name="직사각형 30">
            <a:extLst>
              <a:ext uri="{FF2B5EF4-FFF2-40B4-BE49-F238E27FC236}">
                <a16:creationId xmlns:a16="http://schemas.microsoft.com/office/drawing/2014/main" id="{4D071254-E2F6-FCF8-6BD0-E1ED4418F7BE}"/>
              </a:ext>
            </a:extLst>
          </p:cNvPr>
          <p:cNvSpPr/>
          <p:nvPr/>
        </p:nvSpPr>
        <p:spPr>
          <a:xfrm>
            <a:off x="1041586" y="2062264"/>
            <a:ext cx="4182167" cy="204282"/>
          </a:xfrm>
          <a:prstGeom prst="rect">
            <a:avLst/>
          </a:prstGeom>
          <a:noFill/>
          <a:ln w="254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3" name="직사각형 32">
            <a:extLst>
              <a:ext uri="{FF2B5EF4-FFF2-40B4-BE49-F238E27FC236}">
                <a16:creationId xmlns:a16="http://schemas.microsoft.com/office/drawing/2014/main" id="{D8455499-B74E-346A-FA06-BBB138C1B732}"/>
              </a:ext>
            </a:extLst>
          </p:cNvPr>
          <p:cNvSpPr/>
          <p:nvPr/>
        </p:nvSpPr>
        <p:spPr>
          <a:xfrm>
            <a:off x="1063270" y="3760285"/>
            <a:ext cx="4160484" cy="276693"/>
          </a:xfrm>
          <a:prstGeom prst="rect">
            <a:avLst/>
          </a:prstGeom>
          <a:noFill/>
          <a:ln w="254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4" name="타원 33">
            <a:extLst>
              <a:ext uri="{FF2B5EF4-FFF2-40B4-BE49-F238E27FC236}">
                <a16:creationId xmlns:a16="http://schemas.microsoft.com/office/drawing/2014/main" id="{F175BB6A-46B5-E783-3851-37A164D610DC}"/>
              </a:ext>
            </a:extLst>
          </p:cNvPr>
          <p:cNvSpPr/>
          <p:nvPr/>
        </p:nvSpPr>
        <p:spPr>
          <a:xfrm>
            <a:off x="923925" y="1956293"/>
            <a:ext cx="195942" cy="173912"/>
          </a:xfrm>
          <a:prstGeom prst="ellipse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000" dirty="0">
                <a:solidFill>
                  <a:schemeClr val="bg1"/>
                </a:solidFill>
              </a:rPr>
              <a:t>1</a:t>
            </a:r>
            <a:endParaRPr lang="ko-KR" altLang="en-US" sz="1000" dirty="0">
              <a:solidFill>
                <a:schemeClr val="bg1"/>
              </a:solidFill>
            </a:endParaRPr>
          </a:p>
        </p:txBody>
      </p:sp>
      <p:sp>
        <p:nvSpPr>
          <p:cNvPr id="37" name="타원 36">
            <a:extLst>
              <a:ext uri="{FF2B5EF4-FFF2-40B4-BE49-F238E27FC236}">
                <a16:creationId xmlns:a16="http://schemas.microsoft.com/office/drawing/2014/main" id="{0B242B92-098B-2848-CB77-ADD363585808}"/>
              </a:ext>
            </a:extLst>
          </p:cNvPr>
          <p:cNvSpPr/>
          <p:nvPr/>
        </p:nvSpPr>
        <p:spPr>
          <a:xfrm>
            <a:off x="965298" y="3654314"/>
            <a:ext cx="195942" cy="173912"/>
          </a:xfrm>
          <a:prstGeom prst="ellipse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000" dirty="0">
                <a:solidFill>
                  <a:schemeClr val="bg1"/>
                </a:solidFill>
              </a:rPr>
              <a:t>1</a:t>
            </a:r>
            <a:endParaRPr lang="ko-KR" altLang="en-US" sz="1000" dirty="0">
              <a:solidFill>
                <a:schemeClr val="bg1"/>
              </a:solidFill>
            </a:endParaRPr>
          </a:p>
        </p:txBody>
      </p:sp>
      <p:pic>
        <p:nvPicPr>
          <p:cNvPr id="42" name="그림 41" descr="텍스트, 스크린샷, 폰트, 라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1F01D319-F543-D142-E8F6-97BCFDB3DA6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269339" y="4496243"/>
            <a:ext cx="5760000" cy="1395828"/>
          </a:xfrm>
          <a:prstGeom prst="rect">
            <a:avLst/>
          </a:prstGeom>
          <a:ln w="25400">
            <a:solidFill>
              <a:schemeClr val="accent1">
                <a:shade val="15000"/>
              </a:schemeClr>
            </a:solidFill>
          </a:ln>
        </p:spPr>
      </p:pic>
      <p:sp>
        <p:nvSpPr>
          <p:cNvPr id="43" name="직사각형 42">
            <a:extLst>
              <a:ext uri="{FF2B5EF4-FFF2-40B4-BE49-F238E27FC236}">
                <a16:creationId xmlns:a16="http://schemas.microsoft.com/office/drawing/2014/main" id="{65623BB2-30D1-4A35-E2B9-AE9776B7939A}"/>
              </a:ext>
            </a:extLst>
          </p:cNvPr>
          <p:cNvSpPr/>
          <p:nvPr/>
        </p:nvSpPr>
        <p:spPr>
          <a:xfrm>
            <a:off x="3676768" y="4951378"/>
            <a:ext cx="4160484" cy="622571"/>
          </a:xfrm>
          <a:prstGeom prst="rect">
            <a:avLst/>
          </a:prstGeom>
          <a:noFill/>
          <a:ln w="254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4" name="타원 43">
            <a:extLst>
              <a:ext uri="{FF2B5EF4-FFF2-40B4-BE49-F238E27FC236}">
                <a16:creationId xmlns:a16="http://schemas.microsoft.com/office/drawing/2014/main" id="{23A2CC13-4CA4-17C6-F3D8-476CAF6F1381}"/>
              </a:ext>
            </a:extLst>
          </p:cNvPr>
          <p:cNvSpPr/>
          <p:nvPr/>
        </p:nvSpPr>
        <p:spPr>
          <a:xfrm>
            <a:off x="3576161" y="4864422"/>
            <a:ext cx="195942" cy="173912"/>
          </a:xfrm>
          <a:prstGeom prst="ellipse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000" dirty="0">
                <a:solidFill>
                  <a:schemeClr val="bg1"/>
                </a:solidFill>
              </a:rPr>
              <a:t>2</a:t>
            </a:r>
            <a:endParaRPr lang="ko-KR" altLang="en-US" sz="10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5075376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BCEB8B-3F9C-2E63-B651-4C6EDAE7A0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2" name="그룹 71">
            <a:extLst>
              <a:ext uri="{FF2B5EF4-FFF2-40B4-BE49-F238E27FC236}">
                <a16:creationId xmlns:a16="http://schemas.microsoft.com/office/drawing/2014/main" id="{B824FDB8-E6DB-71E8-00D0-128BE1835025}"/>
              </a:ext>
            </a:extLst>
          </p:cNvPr>
          <p:cNvGrpSpPr/>
          <p:nvPr/>
        </p:nvGrpSpPr>
        <p:grpSpPr>
          <a:xfrm>
            <a:off x="320037" y="65764"/>
            <a:ext cx="11658603" cy="6732800"/>
            <a:chOff x="320037" y="65764"/>
            <a:chExt cx="11658603" cy="6732800"/>
          </a:xfrm>
        </p:grpSpPr>
        <p:sp>
          <p:nvSpPr>
            <p:cNvPr id="2" name="정육면체 1">
              <a:extLst>
                <a:ext uri="{FF2B5EF4-FFF2-40B4-BE49-F238E27FC236}">
                  <a16:creationId xmlns:a16="http://schemas.microsoft.com/office/drawing/2014/main" id="{803246BB-06D7-DD0B-8638-5D299D9C4DDB}"/>
                </a:ext>
              </a:extLst>
            </p:cNvPr>
            <p:cNvSpPr/>
            <p:nvPr/>
          </p:nvSpPr>
          <p:spPr>
            <a:xfrm>
              <a:off x="320039" y="258616"/>
              <a:ext cx="11658601" cy="6539948"/>
            </a:xfrm>
            <a:prstGeom prst="cube">
              <a:avLst>
                <a:gd name="adj" fmla="val 1065"/>
              </a:avLst>
            </a:prstGeom>
            <a:solidFill>
              <a:schemeClr val="bg1"/>
            </a:solidFill>
            <a:ln w="22225">
              <a:solidFill>
                <a:schemeClr val="accent1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ko-KR" altLang="en-US">
                <a:solidFill>
                  <a:prstClr val="white"/>
                </a:solidFill>
              </a:endParaRPr>
            </a:p>
          </p:txBody>
        </p:sp>
        <p:sp>
          <p:nvSpPr>
            <p:cNvPr id="3" name="직사각형 2">
              <a:extLst>
                <a:ext uri="{FF2B5EF4-FFF2-40B4-BE49-F238E27FC236}">
                  <a16:creationId xmlns:a16="http://schemas.microsoft.com/office/drawing/2014/main" id="{00B67330-51C4-F7B0-39D1-71F8F62FF950}"/>
                </a:ext>
              </a:extLst>
            </p:cNvPr>
            <p:cNvSpPr/>
            <p:nvPr/>
          </p:nvSpPr>
          <p:spPr>
            <a:xfrm>
              <a:off x="320037" y="320040"/>
              <a:ext cx="11592000" cy="461665"/>
            </a:xfrm>
            <a:prstGeom prst="rect">
              <a:avLst/>
            </a:prstGeom>
            <a:solidFill>
              <a:schemeClr val="bg1"/>
            </a:solidFill>
            <a:ln w="22225">
              <a:solidFill>
                <a:schemeClr val="accent1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447675">
                <a:tabLst>
                  <a:tab pos="1524000" algn="l"/>
                  <a:tab pos="2419350" algn="l"/>
                </a:tabLst>
                <a:defRPr/>
              </a:pPr>
              <a:r>
                <a:rPr lang="ko-KR" altLang="en-US" b="1" dirty="0">
                  <a:solidFill>
                    <a:prstClr val="black">
                      <a:lumMod val="50000"/>
                      <a:lumOff val="50000"/>
                    </a:prstClr>
                  </a:solidFill>
                </a:rPr>
                <a:t>요청 정보 수집</a:t>
              </a:r>
            </a:p>
          </p:txBody>
        </p:sp>
        <p:grpSp>
          <p:nvGrpSpPr>
            <p:cNvPr id="6" name="그룹 5">
              <a:extLst>
                <a:ext uri="{FF2B5EF4-FFF2-40B4-BE49-F238E27FC236}">
                  <a16:creationId xmlns:a16="http://schemas.microsoft.com/office/drawing/2014/main" id="{88C0B603-7A46-D7D7-B5E5-B56AC8B02B55}"/>
                </a:ext>
              </a:extLst>
            </p:cNvPr>
            <p:cNvGrpSpPr/>
            <p:nvPr/>
          </p:nvGrpSpPr>
          <p:grpSpPr>
            <a:xfrm>
              <a:off x="10868674" y="424266"/>
              <a:ext cx="897876" cy="229536"/>
              <a:chOff x="10914582" y="216980"/>
              <a:chExt cx="998066" cy="255149"/>
            </a:xfrm>
          </p:grpSpPr>
          <p:sp>
            <p:nvSpPr>
              <p:cNvPr id="8" name="타원 7">
                <a:extLst>
                  <a:ext uri="{FF2B5EF4-FFF2-40B4-BE49-F238E27FC236}">
                    <a16:creationId xmlns:a16="http://schemas.microsoft.com/office/drawing/2014/main" id="{78A18974-A0A2-DB16-C516-44B7940F3719}"/>
                  </a:ext>
                </a:extLst>
              </p:cNvPr>
              <p:cNvSpPr/>
              <p:nvPr/>
            </p:nvSpPr>
            <p:spPr>
              <a:xfrm>
                <a:off x="10914582" y="222666"/>
                <a:ext cx="249462" cy="249462"/>
              </a:xfrm>
              <a:prstGeom prst="ellipse">
                <a:avLst/>
              </a:prstGeom>
              <a:solidFill>
                <a:schemeClr val="bg1"/>
              </a:solidFill>
              <a:ln w="22225">
                <a:solidFill>
                  <a:schemeClr val="accent1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latinLnBrk="0">
                  <a:defRPr/>
                </a:pPr>
                <a:endParaRPr lang="en-US" altLang="ko-KR" sz="2400" b="1" i="1" kern="0" dirty="0">
                  <a:solidFill>
                    <a:prstClr val="black">
                      <a:lumMod val="75000"/>
                      <a:lumOff val="25000"/>
                    </a:prstClr>
                  </a:solidFill>
                </a:endParaRPr>
              </a:p>
            </p:txBody>
          </p:sp>
          <p:sp>
            <p:nvSpPr>
              <p:cNvPr id="9" name="타원 8">
                <a:extLst>
                  <a:ext uri="{FF2B5EF4-FFF2-40B4-BE49-F238E27FC236}">
                    <a16:creationId xmlns:a16="http://schemas.microsoft.com/office/drawing/2014/main" id="{A4E06595-4AC5-0B58-9432-81663995AC15}"/>
                  </a:ext>
                </a:extLst>
              </p:cNvPr>
              <p:cNvSpPr/>
              <p:nvPr/>
            </p:nvSpPr>
            <p:spPr>
              <a:xfrm>
                <a:off x="11289862" y="216980"/>
                <a:ext cx="249462" cy="249462"/>
              </a:xfrm>
              <a:prstGeom prst="ellipse">
                <a:avLst/>
              </a:prstGeom>
              <a:solidFill>
                <a:schemeClr val="accent1">
                  <a:lumMod val="60000"/>
                  <a:lumOff val="40000"/>
                </a:schemeClr>
              </a:solidFill>
              <a:ln w="22225">
                <a:solidFill>
                  <a:schemeClr val="accent1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latinLnBrk="0">
                  <a:defRPr/>
                </a:pPr>
                <a:endParaRPr lang="en-US" altLang="ko-KR" sz="2400" b="1" i="1" kern="0" dirty="0">
                  <a:solidFill>
                    <a:prstClr val="black">
                      <a:lumMod val="75000"/>
                      <a:lumOff val="25000"/>
                    </a:prstClr>
                  </a:solidFill>
                </a:endParaRPr>
              </a:p>
            </p:txBody>
          </p:sp>
          <p:sp>
            <p:nvSpPr>
              <p:cNvPr id="10" name="타원 9">
                <a:extLst>
                  <a:ext uri="{FF2B5EF4-FFF2-40B4-BE49-F238E27FC236}">
                    <a16:creationId xmlns:a16="http://schemas.microsoft.com/office/drawing/2014/main" id="{CB442A72-E944-8AE6-B23F-44C68AAF9BC2}"/>
                  </a:ext>
                </a:extLst>
              </p:cNvPr>
              <p:cNvSpPr/>
              <p:nvPr/>
            </p:nvSpPr>
            <p:spPr>
              <a:xfrm>
                <a:off x="11663186" y="222667"/>
                <a:ext cx="249462" cy="249462"/>
              </a:xfrm>
              <a:prstGeom prst="ellipse">
                <a:avLst/>
              </a:prstGeom>
              <a:solidFill>
                <a:schemeClr val="bg1"/>
              </a:solidFill>
              <a:ln w="22225">
                <a:solidFill>
                  <a:schemeClr val="accent1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latinLnBrk="0">
                  <a:defRPr/>
                </a:pPr>
                <a:endParaRPr lang="en-US" altLang="ko-KR" sz="2400" b="1" i="1" kern="0" dirty="0">
                  <a:solidFill>
                    <a:prstClr val="black">
                      <a:lumMod val="75000"/>
                      <a:lumOff val="25000"/>
                    </a:prstClr>
                  </a:solidFill>
                </a:endParaRPr>
              </a:p>
            </p:txBody>
          </p:sp>
          <p:sp>
            <p:nvSpPr>
              <p:cNvPr id="11" name="타원 10">
                <a:extLst>
                  <a:ext uri="{FF2B5EF4-FFF2-40B4-BE49-F238E27FC236}">
                    <a16:creationId xmlns:a16="http://schemas.microsoft.com/office/drawing/2014/main" id="{713872B0-4021-034A-C496-A2DFEEF68E0B}"/>
                  </a:ext>
                </a:extLst>
              </p:cNvPr>
              <p:cNvSpPr/>
              <p:nvPr/>
            </p:nvSpPr>
            <p:spPr>
              <a:xfrm>
                <a:off x="11361623" y="289719"/>
                <a:ext cx="103983" cy="103983"/>
              </a:xfrm>
              <a:prstGeom prst="ellipse">
                <a:avLst/>
              </a:prstGeom>
              <a:solidFill>
                <a:schemeClr val="bg1"/>
              </a:solidFill>
              <a:ln w="22225">
                <a:solidFill>
                  <a:schemeClr val="accent1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>
                  <a:defRPr/>
                </a:pPr>
                <a:endParaRPr lang="ko-KR" altLang="en-US">
                  <a:solidFill>
                    <a:prstClr val="white"/>
                  </a:solidFill>
                </a:endParaRPr>
              </a:p>
            </p:txBody>
          </p:sp>
          <p:sp>
            <p:nvSpPr>
              <p:cNvPr id="12" name="직사각형 11">
                <a:extLst>
                  <a:ext uri="{FF2B5EF4-FFF2-40B4-BE49-F238E27FC236}">
                    <a16:creationId xmlns:a16="http://schemas.microsoft.com/office/drawing/2014/main" id="{519E2886-7BD9-CE4E-D8F4-9819A98489D2}"/>
                  </a:ext>
                </a:extLst>
              </p:cNvPr>
              <p:cNvSpPr/>
              <p:nvPr/>
            </p:nvSpPr>
            <p:spPr>
              <a:xfrm>
                <a:off x="10985313" y="390165"/>
                <a:ext cx="108000" cy="25200"/>
              </a:xfrm>
              <a:prstGeom prst="rect">
                <a:avLst/>
              </a:prstGeom>
              <a:solidFill>
                <a:schemeClr val="accent1">
                  <a:lumMod val="50000"/>
                </a:schemeClr>
              </a:solidFill>
              <a:ln w="254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>
                  <a:defRPr/>
                </a:pPr>
                <a:endParaRPr lang="ko-KR" altLang="en-US">
                  <a:solidFill>
                    <a:prstClr val="white"/>
                  </a:solidFill>
                </a:endParaRPr>
              </a:p>
            </p:txBody>
          </p:sp>
          <p:sp>
            <p:nvSpPr>
              <p:cNvPr id="13" name="직사각형 12">
                <a:extLst>
                  <a:ext uri="{FF2B5EF4-FFF2-40B4-BE49-F238E27FC236}">
                    <a16:creationId xmlns:a16="http://schemas.microsoft.com/office/drawing/2014/main" id="{0F4CDDD7-93A7-004F-6803-E5A8C6529E34}"/>
                  </a:ext>
                </a:extLst>
              </p:cNvPr>
              <p:cNvSpPr/>
              <p:nvPr/>
            </p:nvSpPr>
            <p:spPr>
              <a:xfrm rot="2700000">
                <a:off x="11718625" y="339486"/>
                <a:ext cx="144000" cy="25200"/>
              </a:xfrm>
              <a:prstGeom prst="rect">
                <a:avLst/>
              </a:prstGeom>
              <a:solidFill>
                <a:schemeClr val="accent1">
                  <a:lumMod val="50000"/>
                </a:schemeClr>
              </a:solidFill>
              <a:ln w="254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>
                  <a:defRPr/>
                </a:pPr>
                <a:endParaRPr lang="ko-KR" altLang="en-US">
                  <a:solidFill>
                    <a:prstClr val="white"/>
                  </a:solidFill>
                </a:endParaRPr>
              </a:p>
            </p:txBody>
          </p:sp>
          <p:sp>
            <p:nvSpPr>
              <p:cNvPr id="14" name="직사각형 13">
                <a:extLst>
                  <a:ext uri="{FF2B5EF4-FFF2-40B4-BE49-F238E27FC236}">
                    <a16:creationId xmlns:a16="http://schemas.microsoft.com/office/drawing/2014/main" id="{39ABDC82-E6E0-3665-98BD-01CDCA35ADF9}"/>
                  </a:ext>
                </a:extLst>
              </p:cNvPr>
              <p:cNvSpPr/>
              <p:nvPr/>
            </p:nvSpPr>
            <p:spPr>
              <a:xfrm rot="18900000">
                <a:off x="11718624" y="336644"/>
                <a:ext cx="144000" cy="25200"/>
              </a:xfrm>
              <a:prstGeom prst="rect">
                <a:avLst/>
              </a:prstGeom>
              <a:solidFill>
                <a:schemeClr val="accent1">
                  <a:lumMod val="50000"/>
                </a:schemeClr>
              </a:solidFill>
              <a:ln w="254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>
                  <a:defRPr/>
                </a:pPr>
                <a:endParaRPr lang="ko-KR" altLang="en-US">
                  <a:solidFill>
                    <a:prstClr val="white"/>
                  </a:solidFill>
                </a:endParaRPr>
              </a:p>
            </p:txBody>
          </p:sp>
        </p:grpSp>
        <p:grpSp>
          <p:nvGrpSpPr>
            <p:cNvPr id="16" name="그룹 15">
              <a:extLst>
                <a:ext uri="{FF2B5EF4-FFF2-40B4-BE49-F238E27FC236}">
                  <a16:creationId xmlns:a16="http://schemas.microsoft.com/office/drawing/2014/main" id="{5A0A5FB4-3FDD-F403-62F1-19F7CF20DD1D}"/>
                </a:ext>
              </a:extLst>
            </p:cNvPr>
            <p:cNvGrpSpPr/>
            <p:nvPr/>
          </p:nvGrpSpPr>
          <p:grpSpPr>
            <a:xfrm>
              <a:off x="483531" y="389721"/>
              <a:ext cx="265151" cy="265151"/>
              <a:chOff x="1593332" y="2172798"/>
              <a:chExt cx="1083168" cy="1083168"/>
            </a:xfrm>
          </p:grpSpPr>
          <p:sp>
            <p:nvSpPr>
              <p:cNvPr id="18" name="타원 17">
                <a:extLst>
                  <a:ext uri="{FF2B5EF4-FFF2-40B4-BE49-F238E27FC236}">
                    <a16:creationId xmlns:a16="http://schemas.microsoft.com/office/drawing/2014/main" id="{0A78DB54-CE11-DE3F-45F9-1C6176A0E6F0}"/>
                  </a:ext>
                </a:extLst>
              </p:cNvPr>
              <p:cNvSpPr/>
              <p:nvPr/>
            </p:nvSpPr>
            <p:spPr>
              <a:xfrm>
                <a:off x="1593332" y="2172798"/>
                <a:ext cx="1083168" cy="1083168"/>
              </a:xfrm>
              <a:prstGeom prst="ellipse">
                <a:avLst/>
              </a:prstGeom>
              <a:solidFill>
                <a:srgbClr val="FEAF53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>
                  <a:defRPr/>
                </a:pPr>
                <a:endParaRPr lang="ko-KR" altLang="en-US" b="1">
                  <a:solidFill>
                    <a:prstClr val="white"/>
                  </a:solidFill>
                </a:endParaRPr>
              </a:p>
            </p:txBody>
          </p:sp>
          <p:pic>
            <p:nvPicPr>
              <p:cNvPr id="19" name="그림 18">
                <a:extLst>
                  <a:ext uri="{FF2B5EF4-FFF2-40B4-BE49-F238E27FC236}">
                    <a16:creationId xmlns:a16="http://schemas.microsoft.com/office/drawing/2014/main" id="{FD5F6D82-F111-AB9D-479F-A231F62B846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1741655" y="2321121"/>
                <a:ext cx="786521" cy="786521"/>
              </a:xfrm>
              <a:prstGeom prst="rect">
                <a:avLst/>
              </a:prstGeom>
              <a:noFill/>
            </p:spPr>
          </p:pic>
        </p:grpSp>
        <p:sp>
          <p:nvSpPr>
            <p:cNvPr id="25" name="사다리꼴 24">
              <a:extLst>
                <a:ext uri="{FF2B5EF4-FFF2-40B4-BE49-F238E27FC236}">
                  <a16:creationId xmlns:a16="http://schemas.microsoft.com/office/drawing/2014/main" id="{B3BD82BE-10F9-EE55-B670-696ED2E49439}"/>
                </a:ext>
              </a:extLst>
            </p:cNvPr>
            <p:cNvSpPr/>
            <p:nvPr/>
          </p:nvSpPr>
          <p:spPr>
            <a:xfrm>
              <a:off x="2176462" y="65765"/>
              <a:ext cx="977891" cy="254275"/>
            </a:xfrm>
            <a:prstGeom prst="trapezoid">
              <a:avLst/>
            </a:prstGeom>
            <a:solidFill>
              <a:schemeClr val="accent1">
                <a:lumMod val="20000"/>
                <a:lumOff val="80000"/>
              </a:schemeClr>
            </a:solidFill>
            <a:ln w="22225">
              <a:solidFill>
                <a:schemeClr val="accent1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ko-KR" altLang="en-US">
                <a:solidFill>
                  <a:prstClr val="white"/>
                </a:solidFill>
              </a:endParaRPr>
            </a:p>
          </p:txBody>
        </p:sp>
        <p:sp>
          <p:nvSpPr>
            <p:cNvPr id="4" name="사다리꼴 3">
              <a:extLst>
                <a:ext uri="{FF2B5EF4-FFF2-40B4-BE49-F238E27FC236}">
                  <a16:creationId xmlns:a16="http://schemas.microsoft.com/office/drawing/2014/main" id="{68C06017-169B-8875-90F6-14F4E8744221}"/>
                </a:ext>
              </a:extLst>
            </p:cNvPr>
            <p:cNvSpPr/>
            <p:nvPr/>
          </p:nvSpPr>
          <p:spPr>
            <a:xfrm>
              <a:off x="923925" y="65764"/>
              <a:ext cx="1771650" cy="254276"/>
            </a:xfrm>
            <a:prstGeom prst="trapezoid">
              <a:avLst/>
            </a:prstGeom>
            <a:solidFill>
              <a:schemeClr val="bg1"/>
            </a:solidFill>
            <a:ln w="22225">
              <a:solidFill>
                <a:schemeClr val="accent1">
                  <a:lumMod val="50000"/>
                </a:schemeClr>
              </a:solidFill>
            </a:ln>
            <a:effectLst>
              <a:outerShdw dist="38100" algn="l" rotWithShape="0">
                <a:prstClr val="black">
                  <a:alpha val="15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ko-KR" altLang="en-US" dirty="0">
                <a:solidFill>
                  <a:prstClr val="white"/>
                </a:solidFill>
              </a:endParaRPr>
            </a:p>
          </p:txBody>
        </p:sp>
        <p:sp>
          <p:nvSpPr>
            <p:cNvPr id="24" name="자유형: 도형 23">
              <a:extLst>
                <a:ext uri="{FF2B5EF4-FFF2-40B4-BE49-F238E27FC236}">
                  <a16:creationId xmlns:a16="http://schemas.microsoft.com/office/drawing/2014/main" id="{928E7433-FA3E-9C19-7B10-1E1B355CB7F5}"/>
                </a:ext>
              </a:extLst>
            </p:cNvPr>
            <p:cNvSpPr/>
            <p:nvPr/>
          </p:nvSpPr>
          <p:spPr>
            <a:xfrm>
              <a:off x="2476328" y="148428"/>
              <a:ext cx="107634" cy="110188"/>
            </a:xfrm>
            <a:custGeom>
              <a:avLst/>
              <a:gdLst>
                <a:gd name="connsiteX0" fmla="*/ 91604 w 107634"/>
                <a:gd name="connsiteY0" fmla="*/ 0 h 110188"/>
                <a:gd name="connsiteX1" fmla="*/ 107634 w 107634"/>
                <a:gd name="connsiteY1" fmla="*/ 16030 h 110188"/>
                <a:gd name="connsiteX2" fmla="*/ 68570 w 107634"/>
                <a:gd name="connsiteY2" fmla="*/ 55093 h 110188"/>
                <a:gd name="connsiteX3" fmla="*/ 107634 w 107634"/>
                <a:gd name="connsiteY3" fmla="*/ 94158 h 110188"/>
                <a:gd name="connsiteX4" fmla="*/ 91604 w 107634"/>
                <a:gd name="connsiteY4" fmla="*/ 110188 h 110188"/>
                <a:gd name="connsiteX5" fmla="*/ 52539 w 107634"/>
                <a:gd name="connsiteY5" fmla="*/ 71123 h 110188"/>
                <a:gd name="connsiteX6" fmla="*/ 16031 w 107634"/>
                <a:gd name="connsiteY6" fmla="*/ 107632 h 110188"/>
                <a:gd name="connsiteX7" fmla="*/ 0 w 107634"/>
                <a:gd name="connsiteY7" fmla="*/ 91602 h 110188"/>
                <a:gd name="connsiteX8" fmla="*/ 36510 w 107634"/>
                <a:gd name="connsiteY8" fmla="*/ 55094 h 110188"/>
                <a:gd name="connsiteX9" fmla="*/ 2 w 107634"/>
                <a:gd name="connsiteY9" fmla="*/ 18586 h 110188"/>
                <a:gd name="connsiteX10" fmla="*/ 16032 w 107634"/>
                <a:gd name="connsiteY10" fmla="*/ 2556 h 110188"/>
                <a:gd name="connsiteX11" fmla="*/ 52540 w 107634"/>
                <a:gd name="connsiteY11" fmla="*/ 39064 h 1101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07634" h="110188">
                  <a:moveTo>
                    <a:pt x="91604" y="0"/>
                  </a:moveTo>
                  <a:lnTo>
                    <a:pt x="107634" y="16030"/>
                  </a:lnTo>
                  <a:lnTo>
                    <a:pt x="68570" y="55093"/>
                  </a:lnTo>
                  <a:lnTo>
                    <a:pt x="107634" y="94158"/>
                  </a:lnTo>
                  <a:lnTo>
                    <a:pt x="91604" y="110188"/>
                  </a:lnTo>
                  <a:lnTo>
                    <a:pt x="52539" y="71123"/>
                  </a:lnTo>
                  <a:lnTo>
                    <a:pt x="16031" y="107632"/>
                  </a:lnTo>
                  <a:lnTo>
                    <a:pt x="0" y="91602"/>
                  </a:lnTo>
                  <a:lnTo>
                    <a:pt x="36510" y="55094"/>
                  </a:lnTo>
                  <a:lnTo>
                    <a:pt x="2" y="18586"/>
                  </a:lnTo>
                  <a:lnTo>
                    <a:pt x="16032" y="2556"/>
                  </a:lnTo>
                  <a:lnTo>
                    <a:pt x="52540" y="39064"/>
                  </a:lnTo>
                  <a:close/>
                </a:path>
              </a:pathLst>
            </a:custGeom>
            <a:solidFill>
              <a:schemeClr val="accent1">
                <a:lumMod val="50000"/>
              </a:schemeClr>
            </a:solidFill>
            <a:ln w="254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>
                <a:defRPr/>
              </a:pPr>
              <a:endParaRPr lang="ko-KR" altLang="en-US">
                <a:solidFill>
                  <a:prstClr val="white"/>
                </a:solidFill>
              </a:endParaRPr>
            </a:p>
          </p:txBody>
        </p:sp>
      </p:grpSp>
      <p:graphicFrame>
        <p:nvGraphicFramePr>
          <p:cNvPr id="27" name="표 26">
            <a:extLst>
              <a:ext uri="{FF2B5EF4-FFF2-40B4-BE49-F238E27FC236}">
                <a16:creationId xmlns:a16="http://schemas.microsoft.com/office/drawing/2014/main" id="{5A39D39C-7F63-00AE-F2B0-03CD448F7CC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22465721"/>
              </p:ext>
            </p:extLst>
          </p:nvPr>
        </p:nvGraphicFramePr>
        <p:xfrm>
          <a:off x="9034612" y="799371"/>
          <a:ext cx="2877425" cy="5999193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2877425">
                  <a:extLst>
                    <a:ext uri="{9D8B030D-6E8A-4147-A177-3AD203B41FA5}">
                      <a16:colId xmlns:a16="http://schemas.microsoft.com/office/drawing/2014/main" val="183202961"/>
                    </a:ext>
                  </a:extLst>
                </a:gridCol>
              </a:tblGrid>
              <a:tr h="346484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000" b="1" dirty="0">
                          <a:solidFill>
                            <a:prstClr val="black">
                              <a:lumMod val="50000"/>
                              <a:lumOff val="50000"/>
                            </a:prstClr>
                          </a:solidFill>
                        </a:rPr>
                        <a:t>작업 상세 내용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77856305"/>
                  </a:ext>
                </a:extLst>
              </a:tr>
              <a:tr h="4011814">
                <a:tc>
                  <a:txBody>
                    <a:bodyPr/>
                    <a:lstStyle/>
                    <a:p>
                      <a:pPr marL="228600" marR="0" lvl="0" indent="-2286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AutoNum type="circleNumDbPlain"/>
                        <a:tabLst/>
                        <a:defRPr/>
                      </a:pPr>
                      <a:r>
                        <a:rPr lang="ko-KR" altLang="en-US" sz="900" b="0" baseline="0" dirty="0">
                          <a:solidFill>
                            <a:schemeClr val="tx1"/>
                          </a:solidFill>
                        </a:rPr>
                        <a:t>이미지 링크 데이터 추출</a:t>
                      </a:r>
                      <a:endParaRPr lang="en-US" altLang="ko-KR" sz="900" b="0" baseline="0" dirty="0">
                        <a:solidFill>
                          <a:schemeClr val="tx1"/>
                        </a:solidFill>
                      </a:endParaRPr>
                    </a:p>
                    <a:p>
                      <a:pPr marL="228600" marR="0" lvl="0" indent="-2286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AutoNum type="circleNumDbPlain"/>
                        <a:tabLst/>
                        <a:defRPr/>
                      </a:pPr>
                      <a:r>
                        <a:rPr lang="ko-KR" altLang="en-US" sz="900" b="0" baseline="0" dirty="0" err="1">
                          <a:solidFill>
                            <a:schemeClr val="tx1"/>
                          </a:solidFill>
                        </a:rPr>
                        <a:t>요청자</a:t>
                      </a:r>
                      <a:r>
                        <a:rPr lang="en-US" altLang="ko-KR" sz="900" b="0" baseline="0" dirty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ko-KR" altLang="en-US" sz="900" b="0" baseline="0" dirty="0">
                          <a:solidFill>
                            <a:schemeClr val="tx1"/>
                          </a:solidFill>
                        </a:rPr>
                        <a:t>요청내용</a:t>
                      </a:r>
                      <a:r>
                        <a:rPr lang="en-US" altLang="ko-KR" sz="900" b="0" baseline="0" dirty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ko-KR" altLang="en-US" sz="900" b="0" baseline="0" dirty="0">
                          <a:solidFill>
                            <a:schemeClr val="tx1"/>
                          </a:solidFill>
                        </a:rPr>
                        <a:t>메일 주소 데이터 추출</a:t>
                      </a:r>
                      <a:endParaRPr lang="en-US" altLang="ko-KR" sz="900" b="0" baseline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47830247"/>
                  </a:ext>
                </a:extLst>
              </a:tr>
              <a:tr h="353583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000" b="1" dirty="0">
                          <a:solidFill>
                            <a:prstClr val="black">
                              <a:lumMod val="50000"/>
                              <a:lumOff val="50000"/>
                            </a:prstClr>
                          </a:solidFill>
                        </a:rPr>
                        <a:t>비고 및 특이사항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01623550"/>
                  </a:ext>
                </a:extLst>
              </a:tr>
              <a:tr h="1287312">
                <a:tc>
                  <a:txBody>
                    <a:bodyPr/>
                    <a:lstStyle/>
                    <a:p>
                      <a:pPr marL="171450" marR="0" lvl="0" indent="-17145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lang="ko-KR" altLang="en-US" sz="900" dirty="0" err="1"/>
                        <a:t>요청자</a:t>
                      </a:r>
                      <a:r>
                        <a:rPr lang="en-US" altLang="ko-KR" sz="900" dirty="0"/>
                        <a:t>, </a:t>
                      </a:r>
                      <a:r>
                        <a:rPr lang="ko-KR" altLang="en-US" sz="900" dirty="0"/>
                        <a:t>요청내용</a:t>
                      </a:r>
                      <a:r>
                        <a:rPr lang="en-US" altLang="ko-KR" sz="900" dirty="0"/>
                        <a:t>, </a:t>
                      </a:r>
                      <a:r>
                        <a:rPr lang="ko-KR" altLang="en-US" sz="900" dirty="0"/>
                        <a:t>메일주소 데이터는                  각각 다른 변수로 저장</a:t>
                      </a:r>
                      <a:endParaRPr lang="en-US" altLang="ko-KR" sz="9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07732191"/>
                  </a:ext>
                </a:extLst>
              </a:tr>
            </a:tbl>
          </a:graphicData>
        </a:graphic>
      </p:graphicFrame>
      <p:pic>
        <p:nvPicPr>
          <p:cNvPr id="7" name="그림 6" descr="텍스트, 라인, 번호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D0E06490-D49F-A669-4387-39C9C809CD5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8682" y="1237425"/>
            <a:ext cx="7200000" cy="2291165"/>
          </a:xfrm>
          <a:prstGeom prst="rect">
            <a:avLst/>
          </a:prstGeom>
          <a:ln w="25400">
            <a:solidFill>
              <a:schemeClr val="tx1"/>
            </a:solidFill>
          </a:ln>
        </p:spPr>
      </p:pic>
      <p:pic>
        <p:nvPicPr>
          <p:cNvPr id="17" name="그림 16" descr="텍스트, 번호, 폰트, 소프트웨어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BE3FFEC1-4B69-3EBE-6FDC-9CDE738276D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8682" y="3721441"/>
            <a:ext cx="7200000" cy="2559302"/>
          </a:xfrm>
          <a:prstGeom prst="rect">
            <a:avLst/>
          </a:prstGeom>
          <a:ln w="25400">
            <a:solidFill>
              <a:schemeClr val="tx1"/>
            </a:solidFill>
          </a:ln>
        </p:spPr>
      </p:pic>
      <p:sp>
        <p:nvSpPr>
          <p:cNvPr id="20" name="직사각형 19">
            <a:extLst>
              <a:ext uri="{FF2B5EF4-FFF2-40B4-BE49-F238E27FC236}">
                <a16:creationId xmlns:a16="http://schemas.microsoft.com/office/drawing/2014/main" id="{B66B44DA-8C1F-13A9-9324-D71AA9AAE8FE}"/>
              </a:ext>
            </a:extLst>
          </p:cNvPr>
          <p:cNvSpPr/>
          <p:nvPr/>
        </p:nvSpPr>
        <p:spPr>
          <a:xfrm>
            <a:off x="1449420" y="2013626"/>
            <a:ext cx="4562273" cy="787940"/>
          </a:xfrm>
          <a:prstGeom prst="rect">
            <a:avLst/>
          </a:prstGeom>
          <a:noFill/>
          <a:ln w="254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1" name="타원 20">
            <a:extLst>
              <a:ext uri="{FF2B5EF4-FFF2-40B4-BE49-F238E27FC236}">
                <a16:creationId xmlns:a16="http://schemas.microsoft.com/office/drawing/2014/main" id="{F2A52A2D-28A5-540B-A246-8C33EE0FCE2F}"/>
              </a:ext>
            </a:extLst>
          </p:cNvPr>
          <p:cNvSpPr/>
          <p:nvPr/>
        </p:nvSpPr>
        <p:spPr>
          <a:xfrm>
            <a:off x="1351449" y="1926670"/>
            <a:ext cx="195942" cy="173912"/>
          </a:xfrm>
          <a:prstGeom prst="ellipse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000" dirty="0">
                <a:solidFill>
                  <a:schemeClr val="bg1"/>
                </a:solidFill>
              </a:rPr>
              <a:t>1</a:t>
            </a:r>
            <a:endParaRPr lang="ko-KR" altLang="en-US" sz="1000" dirty="0">
              <a:solidFill>
                <a:schemeClr val="bg1"/>
              </a:solidFill>
            </a:endParaRPr>
          </a:p>
        </p:txBody>
      </p:sp>
      <p:sp>
        <p:nvSpPr>
          <p:cNvPr id="22" name="직사각형 21">
            <a:extLst>
              <a:ext uri="{FF2B5EF4-FFF2-40B4-BE49-F238E27FC236}">
                <a16:creationId xmlns:a16="http://schemas.microsoft.com/office/drawing/2014/main" id="{F1DD0DEC-3ADA-6EC2-2E3C-E1495C650D52}"/>
              </a:ext>
            </a:extLst>
          </p:cNvPr>
          <p:cNvSpPr/>
          <p:nvPr/>
        </p:nvSpPr>
        <p:spPr>
          <a:xfrm>
            <a:off x="1148720" y="4607121"/>
            <a:ext cx="6341578" cy="859823"/>
          </a:xfrm>
          <a:prstGeom prst="rect">
            <a:avLst/>
          </a:prstGeom>
          <a:noFill/>
          <a:ln w="254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3" name="타원 22">
            <a:extLst>
              <a:ext uri="{FF2B5EF4-FFF2-40B4-BE49-F238E27FC236}">
                <a16:creationId xmlns:a16="http://schemas.microsoft.com/office/drawing/2014/main" id="{22AE100D-22F8-1575-89C2-7FC50DF8B73E}"/>
              </a:ext>
            </a:extLst>
          </p:cNvPr>
          <p:cNvSpPr/>
          <p:nvPr/>
        </p:nvSpPr>
        <p:spPr>
          <a:xfrm>
            <a:off x="1050749" y="4465071"/>
            <a:ext cx="195942" cy="173912"/>
          </a:xfrm>
          <a:prstGeom prst="ellipse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000" dirty="0">
                <a:solidFill>
                  <a:schemeClr val="bg1"/>
                </a:solidFill>
              </a:rPr>
              <a:t>2</a:t>
            </a:r>
            <a:endParaRPr lang="ko-KR" altLang="en-US" sz="10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54680773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3F5529-75CE-9A2C-9A28-4E52C3742F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2" name="그룹 71">
            <a:extLst>
              <a:ext uri="{FF2B5EF4-FFF2-40B4-BE49-F238E27FC236}">
                <a16:creationId xmlns:a16="http://schemas.microsoft.com/office/drawing/2014/main" id="{AD804206-A825-229D-DF0E-4B7E915751E7}"/>
              </a:ext>
            </a:extLst>
          </p:cNvPr>
          <p:cNvGrpSpPr/>
          <p:nvPr/>
        </p:nvGrpSpPr>
        <p:grpSpPr>
          <a:xfrm>
            <a:off x="320037" y="65764"/>
            <a:ext cx="11658603" cy="6732800"/>
            <a:chOff x="320037" y="65764"/>
            <a:chExt cx="11658603" cy="6732800"/>
          </a:xfrm>
        </p:grpSpPr>
        <p:sp>
          <p:nvSpPr>
            <p:cNvPr id="2" name="정육면체 1">
              <a:extLst>
                <a:ext uri="{FF2B5EF4-FFF2-40B4-BE49-F238E27FC236}">
                  <a16:creationId xmlns:a16="http://schemas.microsoft.com/office/drawing/2014/main" id="{C635A35C-43A9-6D9E-04DE-C4BFD89AD506}"/>
                </a:ext>
              </a:extLst>
            </p:cNvPr>
            <p:cNvSpPr/>
            <p:nvPr/>
          </p:nvSpPr>
          <p:spPr>
            <a:xfrm>
              <a:off x="320039" y="258616"/>
              <a:ext cx="11658601" cy="6539948"/>
            </a:xfrm>
            <a:prstGeom prst="cube">
              <a:avLst>
                <a:gd name="adj" fmla="val 1065"/>
              </a:avLst>
            </a:prstGeom>
            <a:solidFill>
              <a:schemeClr val="bg1"/>
            </a:solidFill>
            <a:ln w="22225">
              <a:solidFill>
                <a:schemeClr val="accent1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ko-KR" altLang="en-US">
                <a:solidFill>
                  <a:prstClr val="white"/>
                </a:solidFill>
              </a:endParaRPr>
            </a:p>
          </p:txBody>
        </p:sp>
        <p:sp>
          <p:nvSpPr>
            <p:cNvPr id="3" name="직사각형 2">
              <a:extLst>
                <a:ext uri="{FF2B5EF4-FFF2-40B4-BE49-F238E27FC236}">
                  <a16:creationId xmlns:a16="http://schemas.microsoft.com/office/drawing/2014/main" id="{6D0C2199-D88B-632F-B973-D73F8905083D}"/>
                </a:ext>
              </a:extLst>
            </p:cNvPr>
            <p:cNvSpPr/>
            <p:nvPr/>
          </p:nvSpPr>
          <p:spPr>
            <a:xfrm>
              <a:off x="320037" y="320040"/>
              <a:ext cx="11592000" cy="461665"/>
            </a:xfrm>
            <a:prstGeom prst="rect">
              <a:avLst/>
            </a:prstGeom>
            <a:solidFill>
              <a:schemeClr val="bg1"/>
            </a:solidFill>
            <a:ln w="22225">
              <a:solidFill>
                <a:schemeClr val="accent1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447675">
                <a:tabLst>
                  <a:tab pos="1524000" algn="l"/>
                  <a:tab pos="2419350" algn="l"/>
                </a:tabLst>
                <a:defRPr/>
              </a:pPr>
              <a:r>
                <a:rPr lang="ko-KR" altLang="en-US" b="1" dirty="0">
                  <a:solidFill>
                    <a:prstClr val="black">
                      <a:lumMod val="50000"/>
                      <a:lumOff val="50000"/>
                    </a:prstClr>
                  </a:solidFill>
                </a:rPr>
                <a:t>이미지 분석</a:t>
              </a:r>
            </a:p>
          </p:txBody>
        </p:sp>
        <p:grpSp>
          <p:nvGrpSpPr>
            <p:cNvPr id="6" name="그룹 5">
              <a:extLst>
                <a:ext uri="{FF2B5EF4-FFF2-40B4-BE49-F238E27FC236}">
                  <a16:creationId xmlns:a16="http://schemas.microsoft.com/office/drawing/2014/main" id="{2A635090-F41F-75E3-E89C-6A91AA455522}"/>
                </a:ext>
              </a:extLst>
            </p:cNvPr>
            <p:cNvGrpSpPr/>
            <p:nvPr/>
          </p:nvGrpSpPr>
          <p:grpSpPr>
            <a:xfrm>
              <a:off x="10868674" y="424266"/>
              <a:ext cx="897876" cy="229536"/>
              <a:chOff x="10914582" y="216980"/>
              <a:chExt cx="998066" cy="255149"/>
            </a:xfrm>
          </p:grpSpPr>
          <p:sp>
            <p:nvSpPr>
              <p:cNvPr id="8" name="타원 7">
                <a:extLst>
                  <a:ext uri="{FF2B5EF4-FFF2-40B4-BE49-F238E27FC236}">
                    <a16:creationId xmlns:a16="http://schemas.microsoft.com/office/drawing/2014/main" id="{F2A487F9-FA49-635F-1284-B9F55E699993}"/>
                  </a:ext>
                </a:extLst>
              </p:cNvPr>
              <p:cNvSpPr/>
              <p:nvPr/>
            </p:nvSpPr>
            <p:spPr>
              <a:xfrm>
                <a:off x="10914582" y="222666"/>
                <a:ext cx="249462" cy="249462"/>
              </a:xfrm>
              <a:prstGeom prst="ellipse">
                <a:avLst/>
              </a:prstGeom>
              <a:solidFill>
                <a:schemeClr val="bg1"/>
              </a:solidFill>
              <a:ln w="22225">
                <a:solidFill>
                  <a:schemeClr val="accent1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latinLnBrk="0">
                  <a:defRPr/>
                </a:pPr>
                <a:endParaRPr lang="en-US" altLang="ko-KR" sz="2400" b="1" i="1" kern="0" dirty="0">
                  <a:solidFill>
                    <a:prstClr val="black">
                      <a:lumMod val="75000"/>
                      <a:lumOff val="25000"/>
                    </a:prstClr>
                  </a:solidFill>
                </a:endParaRPr>
              </a:p>
            </p:txBody>
          </p:sp>
          <p:sp>
            <p:nvSpPr>
              <p:cNvPr id="9" name="타원 8">
                <a:extLst>
                  <a:ext uri="{FF2B5EF4-FFF2-40B4-BE49-F238E27FC236}">
                    <a16:creationId xmlns:a16="http://schemas.microsoft.com/office/drawing/2014/main" id="{5CC8E3F8-8C65-A984-347C-8FC8CE647283}"/>
                  </a:ext>
                </a:extLst>
              </p:cNvPr>
              <p:cNvSpPr/>
              <p:nvPr/>
            </p:nvSpPr>
            <p:spPr>
              <a:xfrm>
                <a:off x="11289862" y="216980"/>
                <a:ext cx="249462" cy="249462"/>
              </a:xfrm>
              <a:prstGeom prst="ellipse">
                <a:avLst/>
              </a:prstGeom>
              <a:solidFill>
                <a:schemeClr val="accent1">
                  <a:lumMod val="60000"/>
                  <a:lumOff val="40000"/>
                </a:schemeClr>
              </a:solidFill>
              <a:ln w="22225">
                <a:solidFill>
                  <a:schemeClr val="accent1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latinLnBrk="0">
                  <a:defRPr/>
                </a:pPr>
                <a:endParaRPr lang="en-US" altLang="ko-KR" sz="2400" b="1" i="1" kern="0" dirty="0">
                  <a:solidFill>
                    <a:prstClr val="black">
                      <a:lumMod val="75000"/>
                      <a:lumOff val="25000"/>
                    </a:prstClr>
                  </a:solidFill>
                </a:endParaRPr>
              </a:p>
            </p:txBody>
          </p:sp>
          <p:sp>
            <p:nvSpPr>
              <p:cNvPr id="10" name="타원 9">
                <a:extLst>
                  <a:ext uri="{FF2B5EF4-FFF2-40B4-BE49-F238E27FC236}">
                    <a16:creationId xmlns:a16="http://schemas.microsoft.com/office/drawing/2014/main" id="{2BC0D5D4-D8ED-0658-47DE-AB8E518C39C9}"/>
                  </a:ext>
                </a:extLst>
              </p:cNvPr>
              <p:cNvSpPr/>
              <p:nvPr/>
            </p:nvSpPr>
            <p:spPr>
              <a:xfrm>
                <a:off x="11663186" y="222667"/>
                <a:ext cx="249462" cy="249462"/>
              </a:xfrm>
              <a:prstGeom prst="ellipse">
                <a:avLst/>
              </a:prstGeom>
              <a:solidFill>
                <a:schemeClr val="bg1"/>
              </a:solidFill>
              <a:ln w="22225">
                <a:solidFill>
                  <a:schemeClr val="accent1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latinLnBrk="0">
                  <a:defRPr/>
                </a:pPr>
                <a:endParaRPr lang="en-US" altLang="ko-KR" sz="2400" b="1" i="1" kern="0" dirty="0">
                  <a:solidFill>
                    <a:prstClr val="black">
                      <a:lumMod val="75000"/>
                      <a:lumOff val="25000"/>
                    </a:prstClr>
                  </a:solidFill>
                </a:endParaRPr>
              </a:p>
            </p:txBody>
          </p:sp>
          <p:sp>
            <p:nvSpPr>
              <p:cNvPr id="11" name="타원 10">
                <a:extLst>
                  <a:ext uri="{FF2B5EF4-FFF2-40B4-BE49-F238E27FC236}">
                    <a16:creationId xmlns:a16="http://schemas.microsoft.com/office/drawing/2014/main" id="{0FF49CA7-1489-342F-E55F-18EE59ACFA1E}"/>
                  </a:ext>
                </a:extLst>
              </p:cNvPr>
              <p:cNvSpPr/>
              <p:nvPr/>
            </p:nvSpPr>
            <p:spPr>
              <a:xfrm>
                <a:off x="11361623" y="289719"/>
                <a:ext cx="103983" cy="103983"/>
              </a:xfrm>
              <a:prstGeom prst="ellipse">
                <a:avLst/>
              </a:prstGeom>
              <a:solidFill>
                <a:schemeClr val="bg1"/>
              </a:solidFill>
              <a:ln w="22225">
                <a:solidFill>
                  <a:schemeClr val="accent1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>
                  <a:defRPr/>
                </a:pPr>
                <a:endParaRPr lang="ko-KR" altLang="en-US">
                  <a:solidFill>
                    <a:prstClr val="white"/>
                  </a:solidFill>
                </a:endParaRPr>
              </a:p>
            </p:txBody>
          </p:sp>
          <p:sp>
            <p:nvSpPr>
              <p:cNvPr id="12" name="직사각형 11">
                <a:extLst>
                  <a:ext uri="{FF2B5EF4-FFF2-40B4-BE49-F238E27FC236}">
                    <a16:creationId xmlns:a16="http://schemas.microsoft.com/office/drawing/2014/main" id="{F3C3AD62-156C-9EFC-EF8B-E1D4D1CBE102}"/>
                  </a:ext>
                </a:extLst>
              </p:cNvPr>
              <p:cNvSpPr/>
              <p:nvPr/>
            </p:nvSpPr>
            <p:spPr>
              <a:xfrm>
                <a:off x="10985313" y="390165"/>
                <a:ext cx="108000" cy="25200"/>
              </a:xfrm>
              <a:prstGeom prst="rect">
                <a:avLst/>
              </a:prstGeom>
              <a:solidFill>
                <a:schemeClr val="accent1">
                  <a:lumMod val="50000"/>
                </a:schemeClr>
              </a:solidFill>
              <a:ln w="254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>
                  <a:defRPr/>
                </a:pPr>
                <a:endParaRPr lang="ko-KR" altLang="en-US">
                  <a:solidFill>
                    <a:prstClr val="white"/>
                  </a:solidFill>
                </a:endParaRPr>
              </a:p>
            </p:txBody>
          </p:sp>
          <p:sp>
            <p:nvSpPr>
              <p:cNvPr id="13" name="직사각형 12">
                <a:extLst>
                  <a:ext uri="{FF2B5EF4-FFF2-40B4-BE49-F238E27FC236}">
                    <a16:creationId xmlns:a16="http://schemas.microsoft.com/office/drawing/2014/main" id="{4D04C790-6A25-68EE-C28F-1DD1C6A9D50C}"/>
                  </a:ext>
                </a:extLst>
              </p:cNvPr>
              <p:cNvSpPr/>
              <p:nvPr/>
            </p:nvSpPr>
            <p:spPr>
              <a:xfrm rot="2700000">
                <a:off x="11718625" y="339486"/>
                <a:ext cx="144000" cy="25200"/>
              </a:xfrm>
              <a:prstGeom prst="rect">
                <a:avLst/>
              </a:prstGeom>
              <a:solidFill>
                <a:schemeClr val="accent1">
                  <a:lumMod val="50000"/>
                </a:schemeClr>
              </a:solidFill>
              <a:ln w="254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>
                  <a:defRPr/>
                </a:pPr>
                <a:endParaRPr lang="ko-KR" altLang="en-US">
                  <a:solidFill>
                    <a:prstClr val="white"/>
                  </a:solidFill>
                </a:endParaRPr>
              </a:p>
            </p:txBody>
          </p:sp>
          <p:sp>
            <p:nvSpPr>
              <p:cNvPr id="14" name="직사각형 13">
                <a:extLst>
                  <a:ext uri="{FF2B5EF4-FFF2-40B4-BE49-F238E27FC236}">
                    <a16:creationId xmlns:a16="http://schemas.microsoft.com/office/drawing/2014/main" id="{11C21E9C-999F-3AB0-1BE2-2D13DBA58B7C}"/>
                  </a:ext>
                </a:extLst>
              </p:cNvPr>
              <p:cNvSpPr/>
              <p:nvPr/>
            </p:nvSpPr>
            <p:spPr>
              <a:xfrm rot="18900000">
                <a:off x="11718624" y="336644"/>
                <a:ext cx="144000" cy="25200"/>
              </a:xfrm>
              <a:prstGeom prst="rect">
                <a:avLst/>
              </a:prstGeom>
              <a:solidFill>
                <a:schemeClr val="accent1">
                  <a:lumMod val="50000"/>
                </a:schemeClr>
              </a:solidFill>
              <a:ln w="254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>
                  <a:defRPr/>
                </a:pPr>
                <a:endParaRPr lang="ko-KR" altLang="en-US">
                  <a:solidFill>
                    <a:prstClr val="white"/>
                  </a:solidFill>
                </a:endParaRPr>
              </a:p>
            </p:txBody>
          </p:sp>
        </p:grpSp>
        <p:grpSp>
          <p:nvGrpSpPr>
            <p:cNvPr id="16" name="그룹 15">
              <a:extLst>
                <a:ext uri="{FF2B5EF4-FFF2-40B4-BE49-F238E27FC236}">
                  <a16:creationId xmlns:a16="http://schemas.microsoft.com/office/drawing/2014/main" id="{999888D8-330A-A82B-AD2D-64CC8F1FC5F5}"/>
                </a:ext>
              </a:extLst>
            </p:cNvPr>
            <p:cNvGrpSpPr/>
            <p:nvPr/>
          </p:nvGrpSpPr>
          <p:grpSpPr>
            <a:xfrm>
              <a:off x="483531" y="389721"/>
              <a:ext cx="265151" cy="265151"/>
              <a:chOff x="1593332" y="2172798"/>
              <a:chExt cx="1083168" cy="1083168"/>
            </a:xfrm>
          </p:grpSpPr>
          <p:sp>
            <p:nvSpPr>
              <p:cNvPr id="18" name="타원 17">
                <a:extLst>
                  <a:ext uri="{FF2B5EF4-FFF2-40B4-BE49-F238E27FC236}">
                    <a16:creationId xmlns:a16="http://schemas.microsoft.com/office/drawing/2014/main" id="{B70BB602-3E85-BAA0-33D1-E6DCB5B12969}"/>
                  </a:ext>
                </a:extLst>
              </p:cNvPr>
              <p:cNvSpPr/>
              <p:nvPr/>
            </p:nvSpPr>
            <p:spPr>
              <a:xfrm>
                <a:off x="1593332" y="2172798"/>
                <a:ext cx="1083168" cy="1083168"/>
              </a:xfrm>
              <a:prstGeom prst="ellipse">
                <a:avLst/>
              </a:prstGeom>
              <a:solidFill>
                <a:srgbClr val="FEAF53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>
                  <a:defRPr/>
                </a:pPr>
                <a:endParaRPr lang="ko-KR" altLang="en-US" b="1">
                  <a:solidFill>
                    <a:prstClr val="white"/>
                  </a:solidFill>
                </a:endParaRPr>
              </a:p>
            </p:txBody>
          </p:sp>
          <p:pic>
            <p:nvPicPr>
              <p:cNvPr id="19" name="그림 18">
                <a:extLst>
                  <a:ext uri="{FF2B5EF4-FFF2-40B4-BE49-F238E27FC236}">
                    <a16:creationId xmlns:a16="http://schemas.microsoft.com/office/drawing/2014/main" id="{097932A4-A899-DC92-9653-98ACFDDC450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1741655" y="2321121"/>
                <a:ext cx="786521" cy="786521"/>
              </a:xfrm>
              <a:prstGeom prst="rect">
                <a:avLst/>
              </a:prstGeom>
              <a:noFill/>
            </p:spPr>
          </p:pic>
        </p:grpSp>
        <p:sp>
          <p:nvSpPr>
            <p:cNvPr id="25" name="사다리꼴 24">
              <a:extLst>
                <a:ext uri="{FF2B5EF4-FFF2-40B4-BE49-F238E27FC236}">
                  <a16:creationId xmlns:a16="http://schemas.microsoft.com/office/drawing/2014/main" id="{9BD5C559-FA85-6FA7-6E7A-E696D8896F7C}"/>
                </a:ext>
              </a:extLst>
            </p:cNvPr>
            <p:cNvSpPr/>
            <p:nvPr/>
          </p:nvSpPr>
          <p:spPr>
            <a:xfrm>
              <a:off x="2176462" y="65765"/>
              <a:ext cx="977891" cy="254275"/>
            </a:xfrm>
            <a:prstGeom prst="trapezoid">
              <a:avLst/>
            </a:prstGeom>
            <a:solidFill>
              <a:schemeClr val="accent1">
                <a:lumMod val="20000"/>
                <a:lumOff val="80000"/>
              </a:schemeClr>
            </a:solidFill>
            <a:ln w="22225">
              <a:solidFill>
                <a:schemeClr val="accent1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ko-KR" altLang="en-US">
                <a:solidFill>
                  <a:prstClr val="white"/>
                </a:solidFill>
              </a:endParaRPr>
            </a:p>
          </p:txBody>
        </p:sp>
        <p:sp>
          <p:nvSpPr>
            <p:cNvPr id="4" name="사다리꼴 3">
              <a:extLst>
                <a:ext uri="{FF2B5EF4-FFF2-40B4-BE49-F238E27FC236}">
                  <a16:creationId xmlns:a16="http://schemas.microsoft.com/office/drawing/2014/main" id="{83909953-9640-F58B-0E7C-DCB3D44511CA}"/>
                </a:ext>
              </a:extLst>
            </p:cNvPr>
            <p:cNvSpPr/>
            <p:nvPr/>
          </p:nvSpPr>
          <p:spPr>
            <a:xfrm>
              <a:off x="923925" y="65764"/>
              <a:ext cx="1771650" cy="254276"/>
            </a:xfrm>
            <a:prstGeom prst="trapezoid">
              <a:avLst/>
            </a:prstGeom>
            <a:solidFill>
              <a:schemeClr val="bg1"/>
            </a:solidFill>
            <a:ln w="22225">
              <a:solidFill>
                <a:schemeClr val="accent1">
                  <a:lumMod val="50000"/>
                </a:schemeClr>
              </a:solidFill>
            </a:ln>
            <a:effectLst>
              <a:outerShdw dist="38100" algn="l" rotWithShape="0">
                <a:prstClr val="black">
                  <a:alpha val="15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ko-KR" altLang="en-US" dirty="0">
                <a:solidFill>
                  <a:prstClr val="white"/>
                </a:solidFill>
              </a:endParaRPr>
            </a:p>
          </p:txBody>
        </p:sp>
        <p:sp>
          <p:nvSpPr>
            <p:cNvPr id="24" name="자유형: 도형 23">
              <a:extLst>
                <a:ext uri="{FF2B5EF4-FFF2-40B4-BE49-F238E27FC236}">
                  <a16:creationId xmlns:a16="http://schemas.microsoft.com/office/drawing/2014/main" id="{831797BD-35BA-EBAC-36F1-3461A93F63A5}"/>
                </a:ext>
              </a:extLst>
            </p:cNvPr>
            <p:cNvSpPr/>
            <p:nvPr/>
          </p:nvSpPr>
          <p:spPr>
            <a:xfrm>
              <a:off x="2476328" y="148428"/>
              <a:ext cx="107634" cy="110188"/>
            </a:xfrm>
            <a:custGeom>
              <a:avLst/>
              <a:gdLst>
                <a:gd name="connsiteX0" fmla="*/ 91604 w 107634"/>
                <a:gd name="connsiteY0" fmla="*/ 0 h 110188"/>
                <a:gd name="connsiteX1" fmla="*/ 107634 w 107634"/>
                <a:gd name="connsiteY1" fmla="*/ 16030 h 110188"/>
                <a:gd name="connsiteX2" fmla="*/ 68570 w 107634"/>
                <a:gd name="connsiteY2" fmla="*/ 55093 h 110188"/>
                <a:gd name="connsiteX3" fmla="*/ 107634 w 107634"/>
                <a:gd name="connsiteY3" fmla="*/ 94158 h 110188"/>
                <a:gd name="connsiteX4" fmla="*/ 91604 w 107634"/>
                <a:gd name="connsiteY4" fmla="*/ 110188 h 110188"/>
                <a:gd name="connsiteX5" fmla="*/ 52539 w 107634"/>
                <a:gd name="connsiteY5" fmla="*/ 71123 h 110188"/>
                <a:gd name="connsiteX6" fmla="*/ 16031 w 107634"/>
                <a:gd name="connsiteY6" fmla="*/ 107632 h 110188"/>
                <a:gd name="connsiteX7" fmla="*/ 0 w 107634"/>
                <a:gd name="connsiteY7" fmla="*/ 91602 h 110188"/>
                <a:gd name="connsiteX8" fmla="*/ 36510 w 107634"/>
                <a:gd name="connsiteY8" fmla="*/ 55094 h 110188"/>
                <a:gd name="connsiteX9" fmla="*/ 2 w 107634"/>
                <a:gd name="connsiteY9" fmla="*/ 18586 h 110188"/>
                <a:gd name="connsiteX10" fmla="*/ 16032 w 107634"/>
                <a:gd name="connsiteY10" fmla="*/ 2556 h 110188"/>
                <a:gd name="connsiteX11" fmla="*/ 52540 w 107634"/>
                <a:gd name="connsiteY11" fmla="*/ 39064 h 1101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07634" h="110188">
                  <a:moveTo>
                    <a:pt x="91604" y="0"/>
                  </a:moveTo>
                  <a:lnTo>
                    <a:pt x="107634" y="16030"/>
                  </a:lnTo>
                  <a:lnTo>
                    <a:pt x="68570" y="55093"/>
                  </a:lnTo>
                  <a:lnTo>
                    <a:pt x="107634" y="94158"/>
                  </a:lnTo>
                  <a:lnTo>
                    <a:pt x="91604" y="110188"/>
                  </a:lnTo>
                  <a:lnTo>
                    <a:pt x="52539" y="71123"/>
                  </a:lnTo>
                  <a:lnTo>
                    <a:pt x="16031" y="107632"/>
                  </a:lnTo>
                  <a:lnTo>
                    <a:pt x="0" y="91602"/>
                  </a:lnTo>
                  <a:lnTo>
                    <a:pt x="36510" y="55094"/>
                  </a:lnTo>
                  <a:lnTo>
                    <a:pt x="2" y="18586"/>
                  </a:lnTo>
                  <a:lnTo>
                    <a:pt x="16032" y="2556"/>
                  </a:lnTo>
                  <a:lnTo>
                    <a:pt x="52540" y="39064"/>
                  </a:lnTo>
                  <a:close/>
                </a:path>
              </a:pathLst>
            </a:custGeom>
            <a:solidFill>
              <a:schemeClr val="accent1">
                <a:lumMod val="50000"/>
              </a:schemeClr>
            </a:solidFill>
            <a:ln w="254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>
                <a:defRPr/>
              </a:pPr>
              <a:endParaRPr lang="ko-KR" altLang="en-US">
                <a:solidFill>
                  <a:prstClr val="white"/>
                </a:solidFill>
              </a:endParaRPr>
            </a:p>
          </p:txBody>
        </p:sp>
      </p:grpSp>
      <p:graphicFrame>
        <p:nvGraphicFramePr>
          <p:cNvPr id="27" name="표 26">
            <a:extLst>
              <a:ext uri="{FF2B5EF4-FFF2-40B4-BE49-F238E27FC236}">
                <a16:creationId xmlns:a16="http://schemas.microsoft.com/office/drawing/2014/main" id="{29BA595A-2D65-CBEE-2C59-E4D4F147C11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25987151"/>
              </p:ext>
            </p:extLst>
          </p:nvPr>
        </p:nvGraphicFramePr>
        <p:xfrm>
          <a:off x="9034612" y="799371"/>
          <a:ext cx="2877425" cy="5999193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2877425">
                  <a:extLst>
                    <a:ext uri="{9D8B030D-6E8A-4147-A177-3AD203B41FA5}">
                      <a16:colId xmlns:a16="http://schemas.microsoft.com/office/drawing/2014/main" val="183202961"/>
                    </a:ext>
                  </a:extLst>
                </a:gridCol>
              </a:tblGrid>
              <a:tr h="346484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000" b="1" dirty="0">
                          <a:solidFill>
                            <a:prstClr val="black">
                              <a:lumMod val="50000"/>
                              <a:lumOff val="50000"/>
                            </a:prstClr>
                          </a:solidFill>
                        </a:rPr>
                        <a:t>작업 상세 내용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77856305"/>
                  </a:ext>
                </a:extLst>
              </a:tr>
              <a:tr h="4011814">
                <a:tc>
                  <a:txBody>
                    <a:bodyPr/>
                    <a:lstStyle/>
                    <a:p>
                      <a:pPr marL="228600" marR="0" lvl="0" indent="-2286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AutoNum type="circleNumDbPlain"/>
                        <a:tabLst/>
                        <a:defRPr/>
                      </a:pPr>
                      <a:r>
                        <a:rPr lang="en-US" altLang="ko-KR" sz="900" b="0" baseline="0" dirty="0">
                          <a:solidFill>
                            <a:schemeClr val="tx1"/>
                          </a:solidFill>
                        </a:rPr>
                        <a:t>ChatGPT</a:t>
                      </a:r>
                      <a:r>
                        <a:rPr lang="ko-KR" altLang="en-US" sz="900" b="0" baseline="0" dirty="0">
                          <a:solidFill>
                            <a:schemeClr val="tx1"/>
                          </a:solidFill>
                        </a:rPr>
                        <a:t>에게 추출한 이미지링크 데이터                    분석 요청</a:t>
                      </a:r>
                      <a:endParaRPr lang="en-US" altLang="ko-KR" sz="900" b="0" baseline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47830247"/>
                  </a:ext>
                </a:extLst>
              </a:tr>
              <a:tr h="353583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000" b="1" dirty="0">
                          <a:solidFill>
                            <a:prstClr val="black">
                              <a:lumMod val="50000"/>
                              <a:lumOff val="50000"/>
                            </a:prstClr>
                          </a:solidFill>
                        </a:rPr>
                        <a:t>비고 및 특이사항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01623550"/>
                  </a:ext>
                </a:extLst>
              </a:tr>
              <a:tr h="1287312">
                <a:tc>
                  <a:txBody>
                    <a:bodyPr/>
                    <a:lstStyle/>
                    <a:p>
                      <a:pPr marL="171450" marR="0" lvl="0" indent="-17145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lang="ko-KR" altLang="en-US" sz="900" dirty="0"/>
                        <a:t>분석 요청 내용은 이미지 전체 내용분석</a:t>
                      </a:r>
                      <a:r>
                        <a:rPr lang="en-US" altLang="ko-KR" sz="900" dirty="0"/>
                        <a:t> </a:t>
                      </a:r>
                      <a:r>
                        <a:rPr lang="ko-KR" altLang="en-US" sz="900" dirty="0"/>
                        <a:t>후      주제</a:t>
                      </a:r>
                      <a:r>
                        <a:rPr lang="en-US" altLang="ko-KR" sz="900" dirty="0"/>
                        <a:t>, </a:t>
                      </a:r>
                      <a:r>
                        <a:rPr lang="ko-KR" altLang="en-US" sz="900" dirty="0"/>
                        <a:t>배경</a:t>
                      </a:r>
                      <a:r>
                        <a:rPr lang="en-US" altLang="ko-KR" sz="900" dirty="0"/>
                        <a:t>, </a:t>
                      </a:r>
                      <a:r>
                        <a:rPr lang="ko-KR" altLang="en-US" sz="900" dirty="0"/>
                        <a:t>주 색상 으로 요약하라</a:t>
                      </a:r>
                      <a:r>
                        <a:rPr lang="en-US" altLang="ko-KR" sz="900" dirty="0"/>
                        <a:t>.</a:t>
                      </a:r>
                    </a:p>
                    <a:p>
                      <a:pPr marL="171450" marR="0" lvl="0" indent="-17145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lang="ko-KR" altLang="en-US" sz="900" dirty="0"/>
                        <a:t>요청된 결과가 의도한 바와 다를 경우                      </a:t>
                      </a:r>
                      <a:r>
                        <a:rPr lang="en-US" altLang="ko-KR" sz="900" dirty="0"/>
                        <a:t>1</a:t>
                      </a:r>
                      <a:r>
                        <a:rPr lang="ko-KR" altLang="en-US" sz="900" dirty="0"/>
                        <a:t>회 </a:t>
                      </a:r>
                      <a:r>
                        <a:rPr lang="ko-KR" altLang="en-US" sz="900" dirty="0" err="1"/>
                        <a:t>재요청</a:t>
                      </a:r>
                      <a:endParaRPr lang="en-US" altLang="ko-KR" sz="900" dirty="0"/>
                    </a:p>
                    <a:p>
                      <a:pPr marL="171450" marR="0" lvl="0" indent="-17145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lang="ko-KR" altLang="en-US" sz="900" dirty="0" err="1"/>
                        <a:t>재요청</a:t>
                      </a:r>
                      <a:r>
                        <a:rPr lang="ko-KR" altLang="en-US" sz="900" dirty="0"/>
                        <a:t> 시에도 의도한 바와 다를 경우                       예외 처리</a:t>
                      </a:r>
                      <a:endParaRPr lang="en-US" altLang="ko-KR" sz="900" dirty="0"/>
                    </a:p>
                    <a:p>
                      <a:pPr marL="171450" marR="0" lvl="0" indent="-17145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lang="en-US" altLang="ko-KR" sz="900" dirty="0"/>
                        <a:t>API Key</a:t>
                      </a:r>
                      <a:r>
                        <a:rPr lang="ko-KR" altLang="en-US" sz="900" dirty="0"/>
                        <a:t>는 </a:t>
                      </a:r>
                      <a:r>
                        <a:rPr lang="en-US" altLang="ko-KR" sz="900" dirty="0"/>
                        <a:t>Input</a:t>
                      </a:r>
                      <a:r>
                        <a:rPr lang="ko-KR" altLang="en-US" sz="900" dirty="0"/>
                        <a:t>폴더에 존재</a:t>
                      </a:r>
                      <a:endParaRPr lang="en-US" altLang="ko-KR" sz="9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07732191"/>
                  </a:ext>
                </a:extLst>
              </a:tr>
            </a:tbl>
          </a:graphicData>
        </a:graphic>
      </p:graphicFrame>
      <p:pic>
        <p:nvPicPr>
          <p:cNvPr id="15" name="그림 14" descr="야외, 하늘, 구름, 경치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F055BC42-29A6-98E7-92CC-EE3299FC978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7326" y="1375720"/>
            <a:ext cx="7200000" cy="4828829"/>
          </a:xfrm>
          <a:prstGeom prst="rect">
            <a:avLst/>
          </a:prstGeom>
          <a:ln w="25400">
            <a:solidFill>
              <a:schemeClr val="tx1"/>
            </a:solidFill>
          </a:ln>
        </p:spPr>
      </p:pic>
      <p:sp>
        <p:nvSpPr>
          <p:cNvPr id="21" name="직사각형 20">
            <a:extLst>
              <a:ext uri="{FF2B5EF4-FFF2-40B4-BE49-F238E27FC236}">
                <a16:creationId xmlns:a16="http://schemas.microsoft.com/office/drawing/2014/main" id="{D83F9927-132A-3A68-A32D-04DCFC55738C}"/>
              </a:ext>
            </a:extLst>
          </p:cNvPr>
          <p:cNvSpPr/>
          <p:nvPr/>
        </p:nvSpPr>
        <p:spPr>
          <a:xfrm>
            <a:off x="1077326" y="1375720"/>
            <a:ext cx="7200000" cy="4828829"/>
          </a:xfrm>
          <a:prstGeom prst="rect">
            <a:avLst/>
          </a:prstGeom>
          <a:noFill/>
          <a:ln w="254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3" name="타원 22">
            <a:extLst>
              <a:ext uri="{FF2B5EF4-FFF2-40B4-BE49-F238E27FC236}">
                <a16:creationId xmlns:a16="http://schemas.microsoft.com/office/drawing/2014/main" id="{3FC94D06-1942-6760-65E4-F4677B50E6EF}"/>
              </a:ext>
            </a:extLst>
          </p:cNvPr>
          <p:cNvSpPr/>
          <p:nvPr/>
        </p:nvSpPr>
        <p:spPr>
          <a:xfrm>
            <a:off x="979354" y="1233670"/>
            <a:ext cx="195942" cy="173912"/>
          </a:xfrm>
          <a:prstGeom prst="ellipse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000" dirty="0">
                <a:solidFill>
                  <a:schemeClr val="bg1"/>
                </a:solidFill>
              </a:rPr>
              <a:t>1</a:t>
            </a:r>
            <a:endParaRPr lang="ko-KR" altLang="en-US" sz="10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21955606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CD7C53-91F6-4C0C-5A79-964C4E514A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2" name="그룹 71">
            <a:extLst>
              <a:ext uri="{FF2B5EF4-FFF2-40B4-BE49-F238E27FC236}">
                <a16:creationId xmlns:a16="http://schemas.microsoft.com/office/drawing/2014/main" id="{80B04F41-BAB4-A8D2-A3B4-8F7FD5F0C179}"/>
              </a:ext>
            </a:extLst>
          </p:cNvPr>
          <p:cNvGrpSpPr/>
          <p:nvPr/>
        </p:nvGrpSpPr>
        <p:grpSpPr>
          <a:xfrm>
            <a:off x="320037" y="65764"/>
            <a:ext cx="11658603" cy="6732800"/>
            <a:chOff x="320037" y="65764"/>
            <a:chExt cx="11658603" cy="6732800"/>
          </a:xfrm>
        </p:grpSpPr>
        <p:sp>
          <p:nvSpPr>
            <p:cNvPr id="2" name="정육면체 1">
              <a:extLst>
                <a:ext uri="{FF2B5EF4-FFF2-40B4-BE49-F238E27FC236}">
                  <a16:creationId xmlns:a16="http://schemas.microsoft.com/office/drawing/2014/main" id="{C670D143-5181-EBEA-F3D1-11C4F87BAAC6}"/>
                </a:ext>
              </a:extLst>
            </p:cNvPr>
            <p:cNvSpPr/>
            <p:nvPr/>
          </p:nvSpPr>
          <p:spPr>
            <a:xfrm>
              <a:off x="320039" y="258616"/>
              <a:ext cx="11658601" cy="6539948"/>
            </a:xfrm>
            <a:prstGeom prst="cube">
              <a:avLst>
                <a:gd name="adj" fmla="val 1065"/>
              </a:avLst>
            </a:prstGeom>
            <a:solidFill>
              <a:schemeClr val="bg1"/>
            </a:solidFill>
            <a:ln w="22225">
              <a:solidFill>
                <a:schemeClr val="accent1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ko-KR" altLang="en-US">
                <a:solidFill>
                  <a:prstClr val="white"/>
                </a:solidFill>
              </a:endParaRPr>
            </a:p>
          </p:txBody>
        </p:sp>
        <p:sp>
          <p:nvSpPr>
            <p:cNvPr id="3" name="직사각형 2">
              <a:extLst>
                <a:ext uri="{FF2B5EF4-FFF2-40B4-BE49-F238E27FC236}">
                  <a16:creationId xmlns:a16="http://schemas.microsoft.com/office/drawing/2014/main" id="{6CD62530-57A0-47EA-F538-784FD13A7EB7}"/>
                </a:ext>
              </a:extLst>
            </p:cNvPr>
            <p:cNvSpPr/>
            <p:nvPr/>
          </p:nvSpPr>
          <p:spPr>
            <a:xfrm>
              <a:off x="320037" y="320040"/>
              <a:ext cx="11592000" cy="461665"/>
            </a:xfrm>
            <a:prstGeom prst="rect">
              <a:avLst/>
            </a:prstGeom>
            <a:solidFill>
              <a:schemeClr val="bg1"/>
            </a:solidFill>
            <a:ln w="22225">
              <a:solidFill>
                <a:schemeClr val="accent1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447675">
                <a:tabLst>
                  <a:tab pos="1524000" algn="l"/>
                  <a:tab pos="2419350" algn="l"/>
                </a:tabLst>
                <a:defRPr/>
              </a:pPr>
              <a:r>
                <a:rPr lang="ko-KR" altLang="en-US" b="1" dirty="0">
                  <a:solidFill>
                    <a:prstClr val="black">
                      <a:lumMod val="50000"/>
                      <a:lumOff val="50000"/>
                    </a:prstClr>
                  </a:solidFill>
                </a:rPr>
                <a:t>분석내용 입력</a:t>
              </a:r>
            </a:p>
          </p:txBody>
        </p:sp>
        <p:grpSp>
          <p:nvGrpSpPr>
            <p:cNvPr id="6" name="그룹 5">
              <a:extLst>
                <a:ext uri="{FF2B5EF4-FFF2-40B4-BE49-F238E27FC236}">
                  <a16:creationId xmlns:a16="http://schemas.microsoft.com/office/drawing/2014/main" id="{2C86A740-A61B-2180-65E0-793CD295EC74}"/>
                </a:ext>
              </a:extLst>
            </p:cNvPr>
            <p:cNvGrpSpPr/>
            <p:nvPr/>
          </p:nvGrpSpPr>
          <p:grpSpPr>
            <a:xfrm>
              <a:off x="10868674" y="424266"/>
              <a:ext cx="897876" cy="229536"/>
              <a:chOff x="10914582" y="216980"/>
              <a:chExt cx="998066" cy="255149"/>
            </a:xfrm>
          </p:grpSpPr>
          <p:sp>
            <p:nvSpPr>
              <p:cNvPr id="8" name="타원 7">
                <a:extLst>
                  <a:ext uri="{FF2B5EF4-FFF2-40B4-BE49-F238E27FC236}">
                    <a16:creationId xmlns:a16="http://schemas.microsoft.com/office/drawing/2014/main" id="{6873040E-5534-5B8B-26E0-EC106AFCD9B2}"/>
                  </a:ext>
                </a:extLst>
              </p:cNvPr>
              <p:cNvSpPr/>
              <p:nvPr/>
            </p:nvSpPr>
            <p:spPr>
              <a:xfrm>
                <a:off x="10914582" y="222666"/>
                <a:ext cx="249462" cy="249462"/>
              </a:xfrm>
              <a:prstGeom prst="ellipse">
                <a:avLst/>
              </a:prstGeom>
              <a:solidFill>
                <a:schemeClr val="bg1"/>
              </a:solidFill>
              <a:ln w="22225">
                <a:solidFill>
                  <a:schemeClr val="accent1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latinLnBrk="0">
                  <a:defRPr/>
                </a:pPr>
                <a:endParaRPr lang="en-US" altLang="ko-KR" sz="2400" b="1" i="1" kern="0" dirty="0">
                  <a:solidFill>
                    <a:prstClr val="black">
                      <a:lumMod val="75000"/>
                      <a:lumOff val="25000"/>
                    </a:prstClr>
                  </a:solidFill>
                </a:endParaRPr>
              </a:p>
            </p:txBody>
          </p:sp>
          <p:sp>
            <p:nvSpPr>
              <p:cNvPr id="9" name="타원 8">
                <a:extLst>
                  <a:ext uri="{FF2B5EF4-FFF2-40B4-BE49-F238E27FC236}">
                    <a16:creationId xmlns:a16="http://schemas.microsoft.com/office/drawing/2014/main" id="{95D9D256-F041-C950-D536-105C8B22D89D}"/>
                  </a:ext>
                </a:extLst>
              </p:cNvPr>
              <p:cNvSpPr/>
              <p:nvPr/>
            </p:nvSpPr>
            <p:spPr>
              <a:xfrm>
                <a:off x="11289862" y="216980"/>
                <a:ext cx="249462" cy="249462"/>
              </a:xfrm>
              <a:prstGeom prst="ellipse">
                <a:avLst/>
              </a:prstGeom>
              <a:solidFill>
                <a:schemeClr val="accent1">
                  <a:lumMod val="60000"/>
                  <a:lumOff val="40000"/>
                </a:schemeClr>
              </a:solidFill>
              <a:ln w="22225">
                <a:solidFill>
                  <a:schemeClr val="accent1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latinLnBrk="0">
                  <a:defRPr/>
                </a:pPr>
                <a:endParaRPr lang="en-US" altLang="ko-KR" sz="2400" b="1" i="1" kern="0" dirty="0">
                  <a:solidFill>
                    <a:prstClr val="black">
                      <a:lumMod val="75000"/>
                      <a:lumOff val="25000"/>
                    </a:prstClr>
                  </a:solidFill>
                </a:endParaRPr>
              </a:p>
            </p:txBody>
          </p:sp>
          <p:sp>
            <p:nvSpPr>
              <p:cNvPr id="10" name="타원 9">
                <a:extLst>
                  <a:ext uri="{FF2B5EF4-FFF2-40B4-BE49-F238E27FC236}">
                    <a16:creationId xmlns:a16="http://schemas.microsoft.com/office/drawing/2014/main" id="{4854B1DC-7F83-536E-EC64-EA3A24E559A6}"/>
                  </a:ext>
                </a:extLst>
              </p:cNvPr>
              <p:cNvSpPr/>
              <p:nvPr/>
            </p:nvSpPr>
            <p:spPr>
              <a:xfrm>
                <a:off x="11663186" y="222667"/>
                <a:ext cx="249462" cy="249462"/>
              </a:xfrm>
              <a:prstGeom prst="ellipse">
                <a:avLst/>
              </a:prstGeom>
              <a:solidFill>
                <a:schemeClr val="bg1"/>
              </a:solidFill>
              <a:ln w="22225">
                <a:solidFill>
                  <a:schemeClr val="accent1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latinLnBrk="0">
                  <a:defRPr/>
                </a:pPr>
                <a:endParaRPr lang="en-US" altLang="ko-KR" sz="2400" b="1" i="1" kern="0" dirty="0">
                  <a:solidFill>
                    <a:prstClr val="black">
                      <a:lumMod val="75000"/>
                      <a:lumOff val="25000"/>
                    </a:prstClr>
                  </a:solidFill>
                </a:endParaRPr>
              </a:p>
            </p:txBody>
          </p:sp>
          <p:sp>
            <p:nvSpPr>
              <p:cNvPr id="11" name="타원 10">
                <a:extLst>
                  <a:ext uri="{FF2B5EF4-FFF2-40B4-BE49-F238E27FC236}">
                    <a16:creationId xmlns:a16="http://schemas.microsoft.com/office/drawing/2014/main" id="{3317BD5A-B3C9-B874-CC32-BBEE1B50D378}"/>
                  </a:ext>
                </a:extLst>
              </p:cNvPr>
              <p:cNvSpPr/>
              <p:nvPr/>
            </p:nvSpPr>
            <p:spPr>
              <a:xfrm>
                <a:off x="11361623" y="289719"/>
                <a:ext cx="103983" cy="103983"/>
              </a:xfrm>
              <a:prstGeom prst="ellipse">
                <a:avLst/>
              </a:prstGeom>
              <a:solidFill>
                <a:schemeClr val="bg1"/>
              </a:solidFill>
              <a:ln w="22225">
                <a:solidFill>
                  <a:schemeClr val="accent1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>
                  <a:defRPr/>
                </a:pPr>
                <a:endParaRPr lang="ko-KR" altLang="en-US">
                  <a:solidFill>
                    <a:prstClr val="white"/>
                  </a:solidFill>
                </a:endParaRPr>
              </a:p>
            </p:txBody>
          </p:sp>
          <p:sp>
            <p:nvSpPr>
              <p:cNvPr id="12" name="직사각형 11">
                <a:extLst>
                  <a:ext uri="{FF2B5EF4-FFF2-40B4-BE49-F238E27FC236}">
                    <a16:creationId xmlns:a16="http://schemas.microsoft.com/office/drawing/2014/main" id="{B89F29A9-42E3-8890-4E5F-FA56BF648936}"/>
                  </a:ext>
                </a:extLst>
              </p:cNvPr>
              <p:cNvSpPr/>
              <p:nvPr/>
            </p:nvSpPr>
            <p:spPr>
              <a:xfrm>
                <a:off x="10985313" y="390165"/>
                <a:ext cx="108000" cy="25200"/>
              </a:xfrm>
              <a:prstGeom prst="rect">
                <a:avLst/>
              </a:prstGeom>
              <a:solidFill>
                <a:schemeClr val="accent1">
                  <a:lumMod val="50000"/>
                </a:schemeClr>
              </a:solidFill>
              <a:ln w="254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>
                  <a:defRPr/>
                </a:pPr>
                <a:endParaRPr lang="ko-KR" altLang="en-US">
                  <a:solidFill>
                    <a:prstClr val="white"/>
                  </a:solidFill>
                </a:endParaRPr>
              </a:p>
            </p:txBody>
          </p:sp>
          <p:sp>
            <p:nvSpPr>
              <p:cNvPr id="13" name="직사각형 12">
                <a:extLst>
                  <a:ext uri="{FF2B5EF4-FFF2-40B4-BE49-F238E27FC236}">
                    <a16:creationId xmlns:a16="http://schemas.microsoft.com/office/drawing/2014/main" id="{43369C8D-3131-9DFB-A686-00745BFAF364}"/>
                  </a:ext>
                </a:extLst>
              </p:cNvPr>
              <p:cNvSpPr/>
              <p:nvPr/>
            </p:nvSpPr>
            <p:spPr>
              <a:xfrm rot="2700000">
                <a:off x="11718625" y="339486"/>
                <a:ext cx="144000" cy="25200"/>
              </a:xfrm>
              <a:prstGeom prst="rect">
                <a:avLst/>
              </a:prstGeom>
              <a:solidFill>
                <a:schemeClr val="accent1">
                  <a:lumMod val="50000"/>
                </a:schemeClr>
              </a:solidFill>
              <a:ln w="254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>
                  <a:defRPr/>
                </a:pPr>
                <a:endParaRPr lang="ko-KR" altLang="en-US">
                  <a:solidFill>
                    <a:prstClr val="white"/>
                  </a:solidFill>
                </a:endParaRPr>
              </a:p>
            </p:txBody>
          </p:sp>
          <p:sp>
            <p:nvSpPr>
              <p:cNvPr id="14" name="직사각형 13">
                <a:extLst>
                  <a:ext uri="{FF2B5EF4-FFF2-40B4-BE49-F238E27FC236}">
                    <a16:creationId xmlns:a16="http://schemas.microsoft.com/office/drawing/2014/main" id="{D80ABE2E-27BB-0872-BEA1-C0EBB9E3E222}"/>
                  </a:ext>
                </a:extLst>
              </p:cNvPr>
              <p:cNvSpPr/>
              <p:nvPr/>
            </p:nvSpPr>
            <p:spPr>
              <a:xfrm rot="18900000">
                <a:off x="11718624" y="336644"/>
                <a:ext cx="144000" cy="25200"/>
              </a:xfrm>
              <a:prstGeom prst="rect">
                <a:avLst/>
              </a:prstGeom>
              <a:solidFill>
                <a:schemeClr val="accent1">
                  <a:lumMod val="50000"/>
                </a:schemeClr>
              </a:solidFill>
              <a:ln w="254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>
                  <a:defRPr/>
                </a:pPr>
                <a:endParaRPr lang="ko-KR" altLang="en-US">
                  <a:solidFill>
                    <a:prstClr val="white"/>
                  </a:solidFill>
                </a:endParaRPr>
              </a:p>
            </p:txBody>
          </p:sp>
        </p:grpSp>
        <p:grpSp>
          <p:nvGrpSpPr>
            <p:cNvPr id="16" name="그룹 15">
              <a:extLst>
                <a:ext uri="{FF2B5EF4-FFF2-40B4-BE49-F238E27FC236}">
                  <a16:creationId xmlns:a16="http://schemas.microsoft.com/office/drawing/2014/main" id="{C4242926-DAE2-E18F-A53F-9DAED4974FB9}"/>
                </a:ext>
              </a:extLst>
            </p:cNvPr>
            <p:cNvGrpSpPr/>
            <p:nvPr/>
          </p:nvGrpSpPr>
          <p:grpSpPr>
            <a:xfrm>
              <a:off x="483531" y="389721"/>
              <a:ext cx="265151" cy="265151"/>
              <a:chOff x="1593332" y="2172798"/>
              <a:chExt cx="1083168" cy="1083168"/>
            </a:xfrm>
          </p:grpSpPr>
          <p:sp>
            <p:nvSpPr>
              <p:cNvPr id="18" name="타원 17">
                <a:extLst>
                  <a:ext uri="{FF2B5EF4-FFF2-40B4-BE49-F238E27FC236}">
                    <a16:creationId xmlns:a16="http://schemas.microsoft.com/office/drawing/2014/main" id="{4E43FE5F-DB20-79E1-150D-8C95C38E6994}"/>
                  </a:ext>
                </a:extLst>
              </p:cNvPr>
              <p:cNvSpPr/>
              <p:nvPr/>
            </p:nvSpPr>
            <p:spPr>
              <a:xfrm>
                <a:off x="1593332" y="2172798"/>
                <a:ext cx="1083168" cy="1083168"/>
              </a:xfrm>
              <a:prstGeom prst="ellipse">
                <a:avLst/>
              </a:prstGeom>
              <a:solidFill>
                <a:srgbClr val="FEAF53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>
                  <a:defRPr/>
                </a:pPr>
                <a:endParaRPr lang="ko-KR" altLang="en-US" b="1">
                  <a:solidFill>
                    <a:prstClr val="white"/>
                  </a:solidFill>
                </a:endParaRPr>
              </a:p>
            </p:txBody>
          </p:sp>
          <p:pic>
            <p:nvPicPr>
              <p:cNvPr id="19" name="그림 18">
                <a:extLst>
                  <a:ext uri="{FF2B5EF4-FFF2-40B4-BE49-F238E27FC236}">
                    <a16:creationId xmlns:a16="http://schemas.microsoft.com/office/drawing/2014/main" id="{709C984D-9D30-B537-758B-47FB30D9222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1741655" y="2321121"/>
                <a:ext cx="786521" cy="786521"/>
              </a:xfrm>
              <a:prstGeom prst="rect">
                <a:avLst/>
              </a:prstGeom>
              <a:noFill/>
            </p:spPr>
          </p:pic>
        </p:grpSp>
        <p:sp>
          <p:nvSpPr>
            <p:cNvPr id="25" name="사다리꼴 24">
              <a:extLst>
                <a:ext uri="{FF2B5EF4-FFF2-40B4-BE49-F238E27FC236}">
                  <a16:creationId xmlns:a16="http://schemas.microsoft.com/office/drawing/2014/main" id="{56EF36A6-899A-BB7C-FD15-4563A5438E98}"/>
                </a:ext>
              </a:extLst>
            </p:cNvPr>
            <p:cNvSpPr/>
            <p:nvPr/>
          </p:nvSpPr>
          <p:spPr>
            <a:xfrm>
              <a:off x="2176462" y="65765"/>
              <a:ext cx="977891" cy="254275"/>
            </a:xfrm>
            <a:prstGeom prst="trapezoid">
              <a:avLst/>
            </a:prstGeom>
            <a:solidFill>
              <a:schemeClr val="accent1">
                <a:lumMod val="20000"/>
                <a:lumOff val="80000"/>
              </a:schemeClr>
            </a:solidFill>
            <a:ln w="22225">
              <a:solidFill>
                <a:schemeClr val="accent1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ko-KR" altLang="en-US">
                <a:solidFill>
                  <a:prstClr val="white"/>
                </a:solidFill>
              </a:endParaRPr>
            </a:p>
          </p:txBody>
        </p:sp>
        <p:sp>
          <p:nvSpPr>
            <p:cNvPr id="4" name="사다리꼴 3">
              <a:extLst>
                <a:ext uri="{FF2B5EF4-FFF2-40B4-BE49-F238E27FC236}">
                  <a16:creationId xmlns:a16="http://schemas.microsoft.com/office/drawing/2014/main" id="{C5D1F91E-CC85-396A-FD10-ABAA9BEA99EC}"/>
                </a:ext>
              </a:extLst>
            </p:cNvPr>
            <p:cNvSpPr/>
            <p:nvPr/>
          </p:nvSpPr>
          <p:spPr>
            <a:xfrm>
              <a:off x="923925" y="65764"/>
              <a:ext cx="1771650" cy="254276"/>
            </a:xfrm>
            <a:prstGeom prst="trapezoid">
              <a:avLst/>
            </a:prstGeom>
            <a:solidFill>
              <a:schemeClr val="bg1"/>
            </a:solidFill>
            <a:ln w="22225">
              <a:solidFill>
                <a:schemeClr val="accent1">
                  <a:lumMod val="50000"/>
                </a:schemeClr>
              </a:solidFill>
            </a:ln>
            <a:effectLst>
              <a:outerShdw dist="38100" algn="l" rotWithShape="0">
                <a:prstClr val="black">
                  <a:alpha val="15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ko-KR" altLang="en-US" dirty="0">
                <a:solidFill>
                  <a:prstClr val="white"/>
                </a:solidFill>
              </a:endParaRPr>
            </a:p>
          </p:txBody>
        </p:sp>
        <p:sp>
          <p:nvSpPr>
            <p:cNvPr id="24" name="자유형: 도형 23">
              <a:extLst>
                <a:ext uri="{FF2B5EF4-FFF2-40B4-BE49-F238E27FC236}">
                  <a16:creationId xmlns:a16="http://schemas.microsoft.com/office/drawing/2014/main" id="{F1A0A6C6-D05B-A08E-F411-887778D00515}"/>
                </a:ext>
              </a:extLst>
            </p:cNvPr>
            <p:cNvSpPr/>
            <p:nvPr/>
          </p:nvSpPr>
          <p:spPr>
            <a:xfrm>
              <a:off x="2476328" y="148428"/>
              <a:ext cx="107634" cy="110188"/>
            </a:xfrm>
            <a:custGeom>
              <a:avLst/>
              <a:gdLst>
                <a:gd name="connsiteX0" fmla="*/ 91604 w 107634"/>
                <a:gd name="connsiteY0" fmla="*/ 0 h 110188"/>
                <a:gd name="connsiteX1" fmla="*/ 107634 w 107634"/>
                <a:gd name="connsiteY1" fmla="*/ 16030 h 110188"/>
                <a:gd name="connsiteX2" fmla="*/ 68570 w 107634"/>
                <a:gd name="connsiteY2" fmla="*/ 55093 h 110188"/>
                <a:gd name="connsiteX3" fmla="*/ 107634 w 107634"/>
                <a:gd name="connsiteY3" fmla="*/ 94158 h 110188"/>
                <a:gd name="connsiteX4" fmla="*/ 91604 w 107634"/>
                <a:gd name="connsiteY4" fmla="*/ 110188 h 110188"/>
                <a:gd name="connsiteX5" fmla="*/ 52539 w 107634"/>
                <a:gd name="connsiteY5" fmla="*/ 71123 h 110188"/>
                <a:gd name="connsiteX6" fmla="*/ 16031 w 107634"/>
                <a:gd name="connsiteY6" fmla="*/ 107632 h 110188"/>
                <a:gd name="connsiteX7" fmla="*/ 0 w 107634"/>
                <a:gd name="connsiteY7" fmla="*/ 91602 h 110188"/>
                <a:gd name="connsiteX8" fmla="*/ 36510 w 107634"/>
                <a:gd name="connsiteY8" fmla="*/ 55094 h 110188"/>
                <a:gd name="connsiteX9" fmla="*/ 2 w 107634"/>
                <a:gd name="connsiteY9" fmla="*/ 18586 h 110188"/>
                <a:gd name="connsiteX10" fmla="*/ 16032 w 107634"/>
                <a:gd name="connsiteY10" fmla="*/ 2556 h 110188"/>
                <a:gd name="connsiteX11" fmla="*/ 52540 w 107634"/>
                <a:gd name="connsiteY11" fmla="*/ 39064 h 1101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07634" h="110188">
                  <a:moveTo>
                    <a:pt x="91604" y="0"/>
                  </a:moveTo>
                  <a:lnTo>
                    <a:pt x="107634" y="16030"/>
                  </a:lnTo>
                  <a:lnTo>
                    <a:pt x="68570" y="55093"/>
                  </a:lnTo>
                  <a:lnTo>
                    <a:pt x="107634" y="94158"/>
                  </a:lnTo>
                  <a:lnTo>
                    <a:pt x="91604" y="110188"/>
                  </a:lnTo>
                  <a:lnTo>
                    <a:pt x="52539" y="71123"/>
                  </a:lnTo>
                  <a:lnTo>
                    <a:pt x="16031" y="107632"/>
                  </a:lnTo>
                  <a:lnTo>
                    <a:pt x="0" y="91602"/>
                  </a:lnTo>
                  <a:lnTo>
                    <a:pt x="36510" y="55094"/>
                  </a:lnTo>
                  <a:lnTo>
                    <a:pt x="2" y="18586"/>
                  </a:lnTo>
                  <a:lnTo>
                    <a:pt x="16032" y="2556"/>
                  </a:lnTo>
                  <a:lnTo>
                    <a:pt x="52540" y="39064"/>
                  </a:lnTo>
                  <a:close/>
                </a:path>
              </a:pathLst>
            </a:custGeom>
            <a:solidFill>
              <a:schemeClr val="accent1">
                <a:lumMod val="50000"/>
              </a:schemeClr>
            </a:solidFill>
            <a:ln w="254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>
                <a:defRPr/>
              </a:pPr>
              <a:endParaRPr lang="ko-KR" altLang="en-US">
                <a:solidFill>
                  <a:prstClr val="white"/>
                </a:solidFill>
              </a:endParaRPr>
            </a:p>
          </p:txBody>
        </p:sp>
      </p:grpSp>
      <p:graphicFrame>
        <p:nvGraphicFramePr>
          <p:cNvPr id="27" name="표 26">
            <a:extLst>
              <a:ext uri="{FF2B5EF4-FFF2-40B4-BE49-F238E27FC236}">
                <a16:creationId xmlns:a16="http://schemas.microsoft.com/office/drawing/2014/main" id="{A9D94AAB-FF58-6DCE-F9B8-0A44712BF92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82435842"/>
              </p:ext>
            </p:extLst>
          </p:nvPr>
        </p:nvGraphicFramePr>
        <p:xfrm>
          <a:off x="9034612" y="799371"/>
          <a:ext cx="2877425" cy="5999193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2877425">
                  <a:extLst>
                    <a:ext uri="{9D8B030D-6E8A-4147-A177-3AD203B41FA5}">
                      <a16:colId xmlns:a16="http://schemas.microsoft.com/office/drawing/2014/main" val="183202961"/>
                    </a:ext>
                  </a:extLst>
                </a:gridCol>
              </a:tblGrid>
              <a:tr h="346484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000" b="1" dirty="0">
                          <a:solidFill>
                            <a:prstClr val="black">
                              <a:lumMod val="50000"/>
                              <a:lumOff val="50000"/>
                            </a:prstClr>
                          </a:solidFill>
                        </a:rPr>
                        <a:t>작업 상세 내용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77856305"/>
                  </a:ext>
                </a:extLst>
              </a:tr>
              <a:tr h="4011814">
                <a:tc>
                  <a:txBody>
                    <a:bodyPr/>
                    <a:lstStyle/>
                    <a:p>
                      <a:pPr marL="228600" marR="0" lvl="0" indent="-2286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AutoNum type="circleNumDbPlain"/>
                        <a:tabLst/>
                        <a:defRPr/>
                      </a:pPr>
                      <a:r>
                        <a:rPr lang="en-US" altLang="ko-KR" sz="900" b="0" baseline="0" dirty="0">
                          <a:solidFill>
                            <a:schemeClr val="tx1"/>
                          </a:solidFill>
                        </a:rPr>
                        <a:t>D2                                                        </a:t>
                      </a:r>
                      <a:r>
                        <a:rPr lang="ko-KR" altLang="en-US" sz="900" b="0" baseline="0" dirty="0">
                          <a:solidFill>
                            <a:schemeClr val="tx1"/>
                          </a:solidFill>
                        </a:rPr>
                        <a:t>분석 내용 입력</a:t>
                      </a:r>
                      <a:endParaRPr lang="en-US" altLang="ko-KR" sz="900" b="0" baseline="0" dirty="0">
                        <a:solidFill>
                          <a:schemeClr val="tx1"/>
                        </a:solidFill>
                      </a:endParaRPr>
                    </a:p>
                    <a:p>
                      <a:pPr marL="228600" marR="0" lvl="0" indent="-2286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AutoNum type="circleNumDbPlain"/>
                        <a:tabLst/>
                        <a:defRPr/>
                      </a:pPr>
                      <a:r>
                        <a:rPr lang="en-US" altLang="ko-KR" sz="900" b="0" baseline="0" dirty="0">
                          <a:solidFill>
                            <a:schemeClr val="tx1"/>
                          </a:solidFill>
                        </a:rPr>
                        <a:t>E2                                                                </a:t>
                      </a:r>
                      <a:r>
                        <a:rPr lang="ko-KR" altLang="en-US" sz="900" b="0" baseline="0" dirty="0">
                          <a:solidFill>
                            <a:schemeClr val="tx1"/>
                          </a:solidFill>
                        </a:rPr>
                        <a:t>요약</a:t>
                      </a:r>
                      <a:r>
                        <a:rPr lang="en-US" altLang="ko-KR" sz="900" b="0" baseline="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900" b="0" baseline="0" dirty="0">
                          <a:solidFill>
                            <a:schemeClr val="tx1"/>
                          </a:solidFill>
                        </a:rPr>
                        <a:t>주제</a:t>
                      </a:r>
                      <a:r>
                        <a:rPr lang="en-US" altLang="ko-KR" sz="900" b="0" baseline="0" dirty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ko-KR" altLang="en-US" sz="900" b="0" baseline="0" dirty="0">
                          <a:solidFill>
                            <a:schemeClr val="tx1"/>
                          </a:solidFill>
                        </a:rPr>
                        <a:t>배경</a:t>
                      </a:r>
                      <a:r>
                        <a:rPr lang="en-US" altLang="ko-KR" sz="900" b="0" baseline="0" dirty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ko-KR" altLang="en-US" sz="900" b="0" baseline="0" dirty="0">
                          <a:solidFill>
                            <a:schemeClr val="tx1"/>
                          </a:solidFill>
                        </a:rPr>
                        <a:t>주색상</a:t>
                      </a:r>
                      <a:r>
                        <a:rPr lang="en-US" altLang="ko-KR" sz="900" b="0" baseline="0" dirty="0">
                          <a:solidFill>
                            <a:schemeClr val="tx1"/>
                          </a:solidFill>
                        </a:rPr>
                        <a:t>) </a:t>
                      </a:r>
                      <a:r>
                        <a:rPr lang="ko-KR" altLang="en-US" sz="900" b="0" baseline="0" dirty="0">
                          <a:solidFill>
                            <a:schemeClr val="tx1"/>
                          </a:solidFill>
                        </a:rPr>
                        <a:t>내용 입력</a:t>
                      </a:r>
                      <a:endParaRPr lang="en-US" altLang="ko-KR" sz="900" b="0" baseline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47830247"/>
                  </a:ext>
                </a:extLst>
              </a:tr>
              <a:tr h="353583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000" b="1" dirty="0">
                          <a:solidFill>
                            <a:prstClr val="black">
                              <a:lumMod val="50000"/>
                              <a:lumOff val="50000"/>
                            </a:prstClr>
                          </a:solidFill>
                        </a:rPr>
                        <a:t>비고 및 특이사항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01623550"/>
                  </a:ext>
                </a:extLst>
              </a:tr>
              <a:tr h="1287312">
                <a:tc>
                  <a:txBody>
                    <a:bodyPr/>
                    <a:lstStyle/>
                    <a:p>
                      <a:pPr marL="171450" marR="0" lvl="0" indent="-17145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endParaRPr lang="en-US" altLang="ko-KR" sz="9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07732191"/>
                  </a:ext>
                </a:extLst>
              </a:tr>
            </a:tbl>
          </a:graphicData>
        </a:graphic>
      </p:graphicFrame>
      <p:pic>
        <p:nvPicPr>
          <p:cNvPr id="7" name="그림 6" descr="텍스트, 스크린샷, 디스플레이, 소프트웨어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8DFF40E5-9616-808A-68E0-D07ED98D990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2373" y="1308428"/>
            <a:ext cx="7920000" cy="4732153"/>
          </a:xfrm>
          <a:prstGeom prst="rect">
            <a:avLst/>
          </a:prstGeom>
          <a:ln w="25400">
            <a:solidFill>
              <a:schemeClr val="accent1">
                <a:shade val="15000"/>
              </a:schemeClr>
            </a:solidFill>
          </a:ln>
        </p:spPr>
      </p:pic>
      <p:sp>
        <p:nvSpPr>
          <p:cNvPr id="15" name="직사각형 14">
            <a:extLst>
              <a:ext uri="{FF2B5EF4-FFF2-40B4-BE49-F238E27FC236}">
                <a16:creationId xmlns:a16="http://schemas.microsoft.com/office/drawing/2014/main" id="{7CACA610-BC78-0C1D-D5E0-A361C221807E}"/>
              </a:ext>
            </a:extLst>
          </p:cNvPr>
          <p:cNvSpPr/>
          <p:nvPr/>
        </p:nvSpPr>
        <p:spPr>
          <a:xfrm>
            <a:off x="6527260" y="1566152"/>
            <a:ext cx="490305" cy="4202349"/>
          </a:xfrm>
          <a:prstGeom prst="rect">
            <a:avLst/>
          </a:prstGeom>
          <a:noFill/>
          <a:ln w="254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" name="타원 16">
            <a:extLst>
              <a:ext uri="{FF2B5EF4-FFF2-40B4-BE49-F238E27FC236}">
                <a16:creationId xmlns:a16="http://schemas.microsoft.com/office/drawing/2014/main" id="{4EE15136-0809-3F8D-298E-9590D3B6C77B}"/>
              </a:ext>
            </a:extLst>
          </p:cNvPr>
          <p:cNvSpPr/>
          <p:nvPr/>
        </p:nvSpPr>
        <p:spPr>
          <a:xfrm>
            <a:off x="6419384" y="1479195"/>
            <a:ext cx="195942" cy="173912"/>
          </a:xfrm>
          <a:prstGeom prst="ellipse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000" dirty="0">
                <a:solidFill>
                  <a:schemeClr val="bg1"/>
                </a:solidFill>
              </a:rPr>
              <a:t>1</a:t>
            </a:r>
            <a:endParaRPr lang="ko-KR" altLang="en-US" sz="1000" dirty="0">
              <a:solidFill>
                <a:schemeClr val="bg1"/>
              </a:solidFill>
            </a:endParaRPr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B9A4232F-BB4F-B16D-05C8-22D56A9201E8}"/>
              </a:ext>
            </a:extLst>
          </p:cNvPr>
          <p:cNvSpPr/>
          <p:nvPr/>
        </p:nvSpPr>
        <p:spPr>
          <a:xfrm>
            <a:off x="7017565" y="1566151"/>
            <a:ext cx="1172947" cy="4202349"/>
          </a:xfrm>
          <a:prstGeom prst="rect">
            <a:avLst/>
          </a:prstGeom>
          <a:noFill/>
          <a:ln w="254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1" name="타원 20">
            <a:extLst>
              <a:ext uri="{FF2B5EF4-FFF2-40B4-BE49-F238E27FC236}">
                <a16:creationId xmlns:a16="http://schemas.microsoft.com/office/drawing/2014/main" id="{23BFEFEE-1E22-9CE4-C0BE-B3C37C5D1102}"/>
              </a:ext>
            </a:extLst>
          </p:cNvPr>
          <p:cNvSpPr/>
          <p:nvPr/>
        </p:nvSpPr>
        <p:spPr>
          <a:xfrm>
            <a:off x="6944582" y="1479195"/>
            <a:ext cx="195942" cy="173912"/>
          </a:xfrm>
          <a:prstGeom prst="ellipse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000" dirty="0">
                <a:solidFill>
                  <a:schemeClr val="bg1"/>
                </a:solidFill>
              </a:rPr>
              <a:t>2</a:t>
            </a:r>
            <a:endParaRPr lang="ko-KR" altLang="en-US" sz="10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7471221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8BDACC-F7DD-626B-E136-13B7826849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2" name="그룹 71">
            <a:extLst>
              <a:ext uri="{FF2B5EF4-FFF2-40B4-BE49-F238E27FC236}">
                <a16:creationId xmlns:a16="http://schemas.microsoft.com/office/drawing/2014/main" id="{8730583D-0091-8005-6A38-78A8B0FF7682}"/>
              </a:ext>
            </a:extLst>
          </p:cNvPr>
          <p:cNvGrpSpPr/>
          <p:nvPr/>
        </p:nvGrpSpPr>
        <p:grpSpPr>
          <a:xfrm>
            <a:off x="320037" y="65764"/>
            <a:ext cx="11658603" cy="6732800"/>
            <a:chOff x="320037" y="65764"/>
            <a:chExt cx="11658603" cy="6732800"/>
          </a:xfrm>
        </p:grpSpPr>
        <p:sp>
          <p:nvSpPr>
            <p:cNvPr id="2" name="정육면체 1">
              <a:extLst>
                <a:ext uri="{FF2B5EF4-FFF2-40B4-BE49-F238E27FC236}">
                  <a16:creationId xmlns:a16="http://schemas.microsoft.com/office/drawing/2014/main" id="{58EDA31F-BB2F-B1B3-3BEA-6E4015DD0012}"/>
                </a:ext>
              </a:extLst>
            </p:cNvPr>
            <p:cNvSpPr/>
            <p:nvPr/>
          </p:nvSpPr>
          <p:spPr>
            <a:xfrm>
              <a:off x="320039" y="258616"/>
              <a:ext cx="11658601" cy="6539948"/>
            </a:xfrm>
            <a:prstGeom prst="cube">
              <a:avLst>
                <a:gd name="adj" fmla="val 1065"/>
              </a:avLst>
            </a:prstGeom>
            <a:solidFill>
              <a:schemeClr val="bg1"/>
            </a:solidFill>
            <a:ln w="22225">
              <a:solidFill>
                <a:schemeClr val="accent1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ko-KR" altLang="en-US">
                <a:solidFill>
                  <a:prstClr val="white"/>
                </a:solidFill>
              </a:endParaRPr>
            </a:p>
          </p:txBody>
        </p:sp>
        <p:sp>
          <p:nvSpPr>
            <p:cNvPr id="3" name="직사각형 2">
              <a:extLst>
                <a:ext uri="{FF2B5EF4-FFF2-40B4-BE49-F238E27FC236}">
                  <a16:creationId xmlns:a16="http://schemas.microsoft.com/office/drawing/2014/main" id="{569FEDF0-BA28-C1EE-F7E8-C52004144098}"/>
                </a:ext>
              </a:extLst>
            </p:cNvPr>
            <p:cNvSpPr/>
            <p:nvPr/>
          </p:nvSpPr>
          <p:spPr>
            <a:xfrm>
              <a:off x="320037" y="320040"/>
              <a:ext cx="11592000" cy="461665"/>
            </a:xfrm>
            <a:prstGeom prst="rect">
              <a:avLst/>
            </a:prstGeom>
            <a:solidFill>
              <a:schemeClr val="bg1"/>
            </a:solidFill>
            <a:ln w="22225">
              <a:solidFill>
                <a:schemeClr val="accent1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447675">
                <a:tabLst>
                  <a:tab pos="1524000" algn="l"/>
                  <a:tab pos="2419350" algn="l"/>
                </a:tabLst>
                <a:defRPr/>
              </a:pPr>
              <a:r>
                <a:rPr lang="ko-KR" altLang="en-US" b="1" dirty="0">
                  <a:solidFill>
                    <a:prstClr val="black">
                      <a:lumMod val="50000"/>
                      <a:lumOff val="50000"/>
                    </a:prstClr>
                  </a:solidFill>
                </a:rPr>
                <a:t>이미지 생성</a:t>
              </a:r>
            </a:p>
          </p:txBody>
        </p:sp>
        <p:grpSp>
          <p:nvGrpSpPr>
            <p:cNvPr id="6" name="그룹 5">
              <a:extLst>
                <a:ext uri="{FF2B5EF4-FFF2-40B4-BE49-F238E27FC236}">
                  <a16:creationId xmlns:a16="http://schemas.microsoft.com/office/drawing/2014/main" id="{4D140E8D-FC54-9732-4C2D-FCEE8429AC71}"/>
                </a:ext>
              </a:extLst>
            </p:cNvPr>
            <p:cNvGrpSpPr/>
            <p:nvPr/>
          </p:nvGrpSpPr>
          <p:grpSpPr>
            <a:xfrm>
              <a:off x="10868674" y="424266"/>
              <a:ext cx="897876" cy="229536"/>
              <a:chOff x="10914582" y="216980"/>
              <a:chExt cx="998066" cy="255149"/>
            </a:xfrm>
          </p:grpSpPr>
          <p:sp>
            <p:nvSpPr>
              <p:cNvPr id="8" name="타원 7">
                <a:extLst>
                  <a:ext uri="{FF2B5EF4-FFF2-40B4-BE49-F238E27FC236}">
                    <a16:creationId xmlns:a16="http://schemas.microsoft.com/office/drawing/2014/main" id="{93EB4AAA-609E-9DDA-D7EA-C6DBDF7AD515}"/>
                  </a:ext>
                </a:extLst>
              </p:cNvPr>
              <p:cNvSpPr/>
              <p:nvPr/>
            </p:nvSpPr>
            <p:spPr>
              <a:xfrm>
                <a:off x="10914582" y="222666"/>
                <a:ext cx="249462" cy="249462"/>
              </a:xfrm>
              <a:prstGeom prst="ellipse">
                <a:avLst/>
              </a:prstGeom>
              <a:solidFill>
                <a:schemeClr val="bg1"/>
              </a:solidFill>
              <a:ln w="22225">
                <a:solidFill>
                  <a:schemeClr val="accent1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latinLnBrk="0">
                  <a:defRPr/>
                </a:pPr>
                <a:endParaRPr lang="en-US" altLang="ko-KR" sz="2400" b="1" i="1" kern="0" dirty="0">
                  <a:solidFill>
                    <a:prstClr val="black">
                      <a:lumMod val="75000"/>
                      <a:lumOff val="25000"/>
                    </a:prstClr>
                  </a:solidFill>
                </a:endParaRPr>
              </a:p>
            </p:txBody>
          </p:sp>
          <p:sp>
            <p:nvSpPr>
              <p:cNvPr id="9" name="타원 8">
                <a:extLst>
                  <a:ext uri="{FF2B5EF4-FFF2-40B4-BE49-F238E27FC236}">
                    <a16:creationId xmlns:a16="http://schemas.microsoft.com/office/drawing/2014/main" id="{D9E27B6D-6EFA-5475-4142-E60D8A2E286B}"/>
                  </a:ext>
                </a:extLst>
              </p:cNvPr>
              <p:cNvSpPr/>
              <p:nvPr/>
            </p:nvSpPr>
            <p:spPr>
              <a:xfrm>
                <a:off x="11289862" y="216980"/>
                <a:ext cx="249462" cy="249462"/>
              </a:xfrm>
              <a:prstGeom prst="ellipse">
                <a:avLst/>
              </a:prstGeom>
              <a:solidFill>
                <a:schemeClr val="accent1">
                  <a:lumMod val="60000"/>
                  <a:lumOff val="40000"/>
                </a:schemeClr>
              </a:solidFill>
              <a:ln w="22225">
                <a:solidFill>
                  <a:schemeClr val="accent1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latinLnBrk="0">
                  <a:defRPr/>
                </a:pPr>
                <a:endParaRPr lang="en-US" altLang="ko-KR" sz="2400" b="1" i="1" kern="0" dirty="0">
                  <a:solidFill>
                    <a:prstClr val="black">
                      <a:lumMod val="75000"/>
                      <a:lumOff val="25000"/>
                    </a:prstClr>
                  </a:solidFill>
                </a:endParaRPr>
              </a:p>
            </p:txBody>
          </p:sp>
          <p:sp>
            <p:nvSpPr>
              <p:cNvPr id="10" name="타원 9">
                <a:extLst>
                  <a:ext uri="{FF2B5EF4-FFF2-40B4-BE49-F238E27FC236}">
                    <a16:creationId xmlns:a16="http://schemas.microsoft.com/office/drawing/2014/main" id="{78982016-4A00-33BB-C717-03DE6640D4FA}"/>
                  </a:ext>
                </a:extLst>
              </p:cNvPr>
              <p:cNvSpPr/>
              <p:nvPr/>
            </p:nvSpPr>
            <p:spPr>
              <a:xfrm>
                <a:off x="11663186" y="222667"/>
                <a:ext cx="249462" cy="249462"/>
              </a:xfrm>
              <a:prstGeom prst="ellipse">
                <a:avLst/>
              </a:prstGeom>
              <a:solidFill>
                <a:schemeClr val="bg1"/>
              </a:solidFill>
              <a:ln w="22225">
                <a:solidFill>
                  <a:schemeClr val="accent1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latinLnBrk="0">
                  <a:defRPr/>
                </a:pPr>
                <a:endParaRPr lang="en-US" altLang="ko-KR" sz="2400" b="1" i="1" kern="0" dirty="0">
                  <a:solidFill>
                    <a:prstClr val="black">
                      <a:lumMod val="75000"/>
                      <a:lumOff val="25000"/>
                    </a:prstClr>
                  </a:solidFill>
                </a:endParaRPr>
              </a:p>
            </p:txBody>
          </p:sp>
          <p:sp>
            <p:nvSpPr>
              <p:cNvPr id="11" name="타원 10">
                <a:extLst>
                  <a:ext uri="{FF2B5EF4-FFF2-40B4-BE49-F238E27FC236}">
                    <a16:creationId xmlns:a16="http://schemas.microsoft.com/office/drawing/2014/main" id="{E48AE35B-F9AB-33D7-8F56-C2BD51C159CC}"/>
                  </a:ext>
                </a:extLst>
              </p:cNvPr>
              <p:cNvSpPr/>
              <p:nvPr/>
            </p:nvSpPr>
            <p:spPr>
              <a:xfrm>
                <a:off x="11361623" y="289719"/>
                <a:ext cx="103983" cy="103983"/>
              </a:xfrm>
              <a:prstGeom prst="ellipse">
                <a:avLst/>
              </a:prstGeom>
              <a:solidFill>
                <a:schemeClr val="bg1"/>
              </a:solidFill>
              <a:ln w="22225">
                <a:solidFill>
                  <a:schemeClr val="accent1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>
                  <a:defRPr/>
                </a:pPr>
                <a:endParaRPr lang="ko-KR" altLang="en-US">
                  <a:solidFill>
                    <a:prstClr val="white"/>
                  </a:solidFill>
                </a:endParaRPr>
              </a:p>
            </p:txBody>
          </p:sp>
          <p:sp>
            <p:nvSpPr>
              <p:cNvPr id="12" name="직사각형 11">
                <a:extLst>
                  <a:ext uri="{FF2B5EF4-FFF2-40B4-BE49-F238E27FC236}">
                    <a16:creationId xmlns:a16="http://schemas.microsoft.com/office/drawing/2014/main" id="{BDFD57D1-C4DB-9C8C-23A8-0BEC076E82CD}"/>
                  </a:ext>
                </a:extLst>
              </p:cNvPr>
              <p:cNvSpPr/>
              <p:nvPr/>
            </p:nvSpPr>
            <p:spPr>
              <a:xfrm>
                <a:off x="10985313" y="390165"/>
                <a:ext cx="108000" cy="25200"/>
              </a:xfrm>
              <a:prstGeom prst="rect">
                <a:avLst/>
              </a:prstGeom>
              <a:solidFill>
                <a:schemeClr val="accent1">
                  <a:lumMod val="50000"/>
                </a:schemeClr>
              </a:solidFill>
              <a:ln w="254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>
                  <a:defRPr/>
                </a:pPr>
                <a:endParaRPr lang="ko-KR" altLang="en-US">
                  <a:solidFill>
                    <a:prstClr val="white"/>
                  </a:solidFill>
                </a:endParaRPr>
              </a:p>
            </p:txBody>
          </p:sp>
          <p:sp>
            <p:nvSpPr>
              <p:cNvPr id="13" name="직사각형 12">
                <a:extLst>
                  <a:ext uri="{FF2B5EF4-FFF2-40B4-BE49-F238E27FC236}">
                    <a16:creationId xmlns:a16="http://schemas.microsoft.com/office/drawing/2014/main" id="{A74D4A49-B78D-A19E-1E57-8FFD724CBB00}"/>
                  </a:ext>
                </a:extLst>
              </p:cNvPr>
              <p:cNvSpPr/>
              <p:nvPr/>
            </p:nvSpPr>
            <p:spPr>
              <a:xfrm rot="2700000">
                <a:off x="11718625" y="339486"/>
                <a:ext cx="144000" cy="25200"/>
              </a:xfrm>
              <a:prstGeom prst="rect">
                <a:avLst/>
              </a:prstGeom>
              <a:solidFill>
                <a:schemeClr val="accent1">
                  <a:lumMod val="50000"/>
                </a:schemeClr>
              </a:solidFill>
              <a:ln w="254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>
                  <a:defRPr/>
                </a:pPr>
                <a:endParaRPr lang="ko-KR" altLang="en-US">
                  <a:solidFill>
                    <a:prstClr val="white"/>
                  </a:solidFill>
                </a:endParaRPr>
              </a:p>
            </p:txBody>
          </p:sp>
          <p:sp>
            <p:nvSpPr>
              <p:cNvPr id="14" name="직사각형 13">
                <a:extLst>
                  <a:ext uri="{FF2B5EF4-FFF2-40B4-BE49-F238E27FC236}">
                    <a16:creationId xmlns:a16="http://schemas.microsoft.com/office/drawing/2014/main" id="{B4FA7ACE-EB84-8447-155F-D22841EF519E}"/>
                  </a:ext>
                </a:extLst>
              </p:cNvPr>
              <p:cNvSpPr/>
              <p:nvPr/>
            </p:nvSpPr>
            <p:spPr>
              <a:xfrm rot="18900000">
                <a:off x="11718624" y="336644"/>
                <a:ext cx="144000" cy="25200"/>
              </a:xfrm>
              <a:prstGeom prst="rect">
                <a:avLst/>
              </a:prstGeom>
              <a:solidFill>
                <a:schemeClr val="accent1">
                  <a:lumMod val="50000"/>
                </a:schemeClr>
              </a:solidFill>
              <a:ln w="254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>
                  <a:defRPr/>
                </a:pPr>
                <a:endParaRPr lang="ko-KR" altLang="en-US">
                  <a:solidFill>
                    <a:prstClr val="white"/>
                  </a:solidFill>
                </a:endParaRPr>
              </a:p>
            </p:txBody>
          </p:sp>
        </p:grpSp>
        <p:grpSp>
          <p:nvGrpSpPr>
            <p:cNvPr id="16" name="그룹 15">
              <a:extLst>
                <a:ext uri="{FF2B5EF4-FFF2-40B4-BE49-F238E27FC236}">
                  <a16:creationId xmlns:a16="http://schemas.microsoft.com/office/drawing/2014/main" id="{FED50332-12F1-81C5-B373-59194C8F3A34}"/>
                </a:ext>
              </a:extLst>
            </p:cNvPr>
            <p:cNvGrpSpPr/>
            <p:nvPr/>
          </p:nvGrpSpPr>
          <p:grpSpPr>
            <a:xfrm>
              <a:off x="483531" y="389721"/>
              <a:ext cx="265151" cy="265151"/>
              <a:chOff x="1593332" y="2172798"/>
              <a:chExt cx="1083168" cy="1083168"/>
            </a:xfrm>
          </p:grpSpPr>
          <p:sp>
            <p:nvSpPr>
              <p:cNvPr id="18" name="타원 17">
                <a:extLst>
                  <a:ext uri="{FF2B5EF4-FFF2-40B4-BE49-F238E27FC236}">
                    <a16:creationId xmlns:a16="http://schemas.microsoft.com/office/drawing/2014/main" id="{B24EC294-BBB1-82B1-6A59-56A3DFFF7461}"/>
                  </a:ext>
                </a:extLst>
              </p:cNvPr>
              <p:cNvSpPr/>
              <p:nvPr/>
            </p:nvSpPr>
            <p:spPr>
              <a:xfrm>
                <a:off x="1593332" y="2172798"/>
                <a:ext cx="1083168" cy="1083168"/>
              </a:xfrm>
              <a:prstGeom prst="ellipse">
                <a:avLst/>
              </a:prstGeom>
              <a:solidFill>
                <a:srgbClr val="FEAF53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>
                  <a:defRPr/>
                </a:pPr>
                <a:endParaRPr lang="ko-KR" altLang="en-US" b="1">
                  <a:solidFill>
                    <a:prstClr val="white"/>
                  </a:solidFill>
                </a:endParaRPr>
              </a:p>
            </p:txBody>
          </p:sp>
          <p:pic>
            <p:nvPicPr>
              <p:cNvPr id="19" name="그림 18">
                <a:extLst>
                  <a:ext uri="{FF2B5EF4-FFF2-40B4-BE49-F238E27FC236}">
                    <a16:creationId xmlns:a16="http://schemas.microsoft.com/office/drawing/2014/main" id="{69C5CB1C-D13C-930B-9780-AC1B02A4E45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1741655" y="2321121"/>
                <a:ext cx="786521" cy="786521"/>
              </a:xfrm>
              <a:prstGeom prst="rect">
                <a:avLst/>
              </a:prstGeom>
              <a:noFill/>
            </p:spPr>
          </p:pic>
        </p:grpSp>
        <p:sp>
          <p:nvSpPr>
            <p:cNvPr id="25" name="사다리꼴 24">
              <a:extLst>
                <a:ext uri="{FF2B5EF4-FFF2-40B4-BE49-F238E27FC236}">
                  <a16:creationId xmlns:a16="http://schemas.microsoft.com/office/drawing/2014/main" id="{DD8166F9-FBA5-D979-3702-4FCF896B0627}"/>
                </a:ext>
              </a:extLst>
            </p:cNvPr>
            <p:cNvSpPr/>
            <p:nvPr/>
          </p:nvSpPr>
          <p:spPr>
            <a:xfrm>
              <a:off x="2176462" y="65765"/>
              <a:ext cx="977891" cy="254275"/>
            </a:xfrm>
            <a:prstGeom prst="trapezoid">
              <a:avLst/>
            </a:prstGeom>
            <a:solidFill>
              <a:schemeClr val="accent1">
                <a:lumMod val="20000"/>
                <a:lumOff val="80000"/>
              </a:schemeClr>
            </a:solidFill>
            <a:ln w="22225">
              <a:solidFill>
                <a:schemeClr val="accent1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ko-KR" altLang="en-US">
                <a:solidFill>
                  <a:prstClr val="white"/>
                </a:solidFill>
              </a:endParaRPr>
            </a:p>
          </p:txBody>
        </p:sp>
        <p:sp>
          <p:nvSpPr>
            <p:cNvPr id="4" name="사다리꼴 3">
              <a:extLst>
                <a:ext uri="{FF2B5EF4-FFF2-40B4-BE49-F238E27FC236}">
                  <a16:creationId xmlns:a16="http://schemas.microsoft.com/office/drawing/2014/main" id="{BB71F77D-0D45-B5E0-6651-4195CC8CC7F9}"/>
                </a:ext>
              </a:extLst>
            </p:cNvPr>
            <p:cNvSpPr/>
            <p:nvPr/>
          </p:nvSpPr>
          <p:spPr>
            <a:xfrm>
              <a:off x="923925" y="65764"/>
              <a:ext cx="1771650" cy="254276"/>
            </a:xfrm>
            <a:prstGeom prst="trapezoid">
              <a:avLst/>
            </a:prstGeom>
            <a:solidFill>
              <a:schemeClr val="bg1"/>
            </a:solidFill>
            <a:ln w="22225">
              <a:solidFill>
                <a:schemeClr val="accent1">
                  <a:lumMod val="50000"/>
                </a:schemeClr>
              </a:solidFill>
            </a:ln>
            <a:effectLst>
              <a:outerShdw dist="38100" algn="l" rotWithShape="0">
                <a:prstClr val="black">
                  <a:alpha val="15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ko-KR" altLang="en-US" dirty="0">
                <a:solidFill>
                  <a:prstClr val="white"/>
                </a:solidFill>
              </a:endParaRPr>
            </a:p>
          </p:txBody>
        </p:sp>
        <p:sp>
          <p:nvSpPr>
            <p:cNvPr id="24" name="자유형: 도형 23">
              <a:extLst>
                <a:ext uri="{FF2B5EF4-FFF2-40B4-BE49-F238E27FC236}">
                  <a16:creationId xmlns:a16="http://schemas.microsoft.com/office/drawing/2014/main" id="{87D18A68-21AA-C1E8-BAE6-CF86B4B4A029}"/>
                </a:ext>
              </a:extLst>
            </p:cNvPr>
            <p:cNvSpPr/>
            <p:nvPr/>
          </p:nvSpPr>
          <p:spPr>
            <a:xfrm>
              <a:off x="2476328" y="148428"/>
              <a:ext cx="107634" cy="110188"/>
            </a:xfrm>
            <a:custGeom>
              <a:avLst/>
              <a:gdLst>
                <a:gd name="connsiteX0" fmla="*/ 91604 w 107634"/>
                <a:gd name="connsiteY0" fmla="*/ 0 h 110188"/>
                <a:gd name="connsiteX1" fmla="*/ 107634 w 107634"/>
                <a:gd name="connsiteY1" fmla="*/ 16030 h 110188"/>
                <a:gd name="connsiteX2" fmla="*/ 68570 w 107634"/>
                <a:gd name="connsiteY2" fmla="*/ 55093 h 110188"/>
                <a:gd name="connsiteX3" fmla="*/ 107634 w 107634"/>
                <a:gd name="connsiteY3" fmla="*/ 94158 h 110188"/>
                <a:gd name="connsiteX4" fmla="*/ 91604 w 107634"/>
                <a:gd name="connsiteY4" fmla="*/ 110188 h 110188"/>
                <a:gd name="connsiteX5" fmla="*/ 52539 w 107634"/>
                <a:gd name="connsiteY5" fmla="*/ 71123 h 110188"/>
                <a:gd name="connsiteX6" fmla="*/ 16031 w 107634"/>
                <a:gd name="connsiteY6" fmla="*/ 107632 h 110188"/>
                <a:gd name="connsiteX7" fmla="*/ 0 w 107634"/>
                <a:gd name="connsiteY7" fmla="*/ 91602 h 110188"/>
                <a:gd name="connsiteX8" fmla="*/ 36510 w 107634"/>
                <a:gd name="connsiteY8" fmla="*/ 55094 h 110188"/>
                <a:gd name="connsiteX9" fmla="*/ 2 w 107634"/>
                <a:gd name="connsiteY9" fmla="*/ 18586 h 110188"/>
                <a:gd name="connsiteX10" fmla="*/ 16032 w 107634"/>
                <a:gd name="connsiteY10" fmla="*/ 2556 h 110188"/>
                <a:gd name="connsiteX11" fmla="*/ 52540 w 107634"/>
                <a:gd name="connsiteY11" fmla="*/ 39064 h 1101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07634" h="110188">
                  <a:moveTo>
                    <a:pt x="91604" y="0"/>
                  </a:moveTo>
                  <a:lnTo>
                    <a:pt x="107634" y="16030"/>
                  </a:lnTo>
                  <a:lnTo>
                    <a:pt x="68570" y="55093"/>
                  </a:lnTo>
                  <a:lnTo>
                    <a:pt x="107634" y="94158"/>
                  </a:lnTo>
                  <a:lnTo>
                    <a:pt x="91604" y="110188"/>
                  </a:lnTo>
                  <a:lnTo>
                    <a:pt x="52539" y="71123"/>
                  </a:lnTo>
                  <a:lnTo>
                    <a:pt x="16031" y="107632"/>
                  </a:lnTo>
                  <a:lnTo>
                    <a:pt x="0" y="91602"/>
                  </a:lnTo>
                  <a:lnTo>
                    <a:pt x="36510" y="55094"/>
                  </a:lnTo>
                  <a:lnTo>
                    <a:pt x="2" y="18586"/>
                  </a:lnTo>
                  <a:lnTo>
                    <a:pt x="16032" y="2556"/>
                  </a:lnTo>
                  <a:lnTo>
                    <a:pt x="52540" y="39064"/>
                  </a:lnTo>
                  <a:close/>
                </a:path>
              </a:pathLst>
            </a:custGeom>
            <a:solidFill>
              <a:schemeClr val="accent1">
                <a:lumMod val="50000"/>
              </a:schemeClr>
            </a:solidFill>
            <a:ln w="254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>
                <a:defRPr/>
              </a:pPr>
              <a:endParaRPr lang="ko-KR" altLang="en-US">
                <a:solidFill>
                  <a:prstClr val="white"/>
                </a:solidFill>
              </a:endParaRPr>
            </a:p>
          </p:txBody>
        </p:sp>
      </p:grpSp>
      <p:graphicFrame>
        <p:nvGraphicFramePr>
          <p:cNvPr id="27" name="표 26">
            <a:extLst>
              <a:ext uri="{FF2B5EF4-FFF2-40B4-BE49-F238E27FC236}">
                <a16:creationId xmlns:a16="http://schemas.microsoft.com/office/drawing/2014/main" id="{58AEDE27-8A80-F799-F44A-027DC9CE707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53276138"/>
              </p:ext>
            </p:extLst>
          </p:nvPr>
        </p:nvGraphicFramePr>
        <p:xfrm>
          <a:off x="9034612" y="799371"/>
          <a:ext cx="2877425" cy="5999193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2877425">
                  <a:extLst>
                    <a:ext uri="{9D8B030D-6E8A-4147-A177-3AD203B41FA5}">
                      <a16:colId xmlns:a16="http://schemas.microsoft.com/office/drawing/2014/main" val="183202961"/>
                    </a:ext>
                  </a:extLst>
                </a:gridCol>
              </a:tblGrid>
              <a:tr h="346484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000" b="1" dirty="0">
                          <a:solidFill>
                            <a:prstClr val="black">
                              <a:lumMod val="50000"/>
                              <a:lumOff val="50000"/>
                            </a:prstClr>
                          </a:solidFill>
                        </a:rPr>
                        <a:t>작업 상세 내용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77856305"/>
                  </a:ext>
                </a:extLst>
              </a:tr>
              <a:tr h="4011814">
                <a:tc>
                  <a:txBody>
                    <a:bodyPr/>
                    <a:lstStyle/>
                    <a:p>
                      <a:pPr marL="228600" marR="0" lvl="0" indent="-2286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AutoNum type="circleNumDbPlain"/>
                        <a:tabLst/>
                        <a:defRPr/>
                      </a:pPr>
                      <a:r>
                        <a:rPr lang="en-US" altLang="ko-KR" sz="900" b="0" baseline="0" dirty="0">
                          <a:solidFill>
                            <a:schemeClr val="tx1"/>
                          </a:solidFill>
                        </a:rPr>
                        <a:t>ChatGPT</a:t>
                      </a:r>
                      <a:r>
                        <a:rPr lang="ko-KR" altLang="en-US" sz="900" b="0" baseline="0" dirty="0">
                          <a:solidFill>
                            <a:schemeClr val="tx1"/>
                          </a:solidFill>
                        </a:rPr>
                        <a:t>에게 요청 내용으로 이미지 생성 요청</a:t>
                      </a:r>
                      <a:endParaRPr lang="en-US" altLang="ko-KR" sz="900" b="0" baseline="0" dirty="0">
                        <a:solidFill>
                          <a:schemeClr val="tx1"/>
                        </a:solidFill>
                      </a:endParaRPr>
                    </a:p>
                    <a:p>
                      <a:pPr marL="228600" marR="0" lvl="0" indent="-2286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AutoNum type="circleNumDbPlain"/>
                        <a:tabLst/>
                        <a:defRPr/>
                      </a:pPr>
                      <a:r>
                        <a:rPr lang="ko-KR" altLang="en-US" sz="900" b="0" baseline="0" dirty="0">
                          <a:solidFill>
                            <a:schemeClr val="tx1"/>
                          </a:solidFill>
                        </a:rPr>
                        <a:t>생성된 이미지 </a:t>
                      </a:r>
                      <a:r>
                        <a:rPr lang="en-US" altLang="ko-KR" sz="900" b="0" baseline="0" dirty="0">
                          <a:solidFill>
                            <a:schemeClr val="tx1"/>
                          </a:solidFill>
                        </a:rPr>
                        <a:t>Output </a:t>
                      </a:r>
                      <a:r>
                        <a:rPr lang="ko-KR" altLang="en-US" sz="900" b="0" baseline="0" dirty="0">
                          <a:solidFill>
                            <a:schemeClr val="tx1"/>
                          </a:solidFill>
                        </a:rPr>
                        <a:t>폴더에 저장                </a:t>
                      </a:r>
                      <a:r>
                        <a:rPr lang="en-US" altLang="ko-KR" sz="900" b="0" baseline="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900" b="0" baseline="0" dirty="0">
                          <a:solidFill>
                            <a:schemeClr val="tx1"/>
                          </a:solidFill>
                        </a:rPr>
                        <a:t>파일명</a:t>
                      </a:r>
                      <a:r>
                        <a:rPr lang="en-US" altLang="ko-KR" sz="900" b="0" baseline="0" dirty="0">
                          <a:solidFill>
                            <a:schemeClr val="tx1"/>
                          </a:solidFill>
                        </a:rPr>
                        <a:t>: ‘</a:t>
                      </a:r>
                      <a:r>
                        <a:rPr lang="en-US" altLang="ko-KR" sz="900" dirty="0"/>
                        <a:t>C:\RPA\</a:t>
                      </a:r>
                      <a:r>
                        <a:rPr lang="ko-KR" altLang="en-US" sz="900" dirty="0"/>
                        <a:t>미니프로젝트</a:t>
                      </a:r>
                      <a:r>
                        <a:rPr lang="en-US" altLang="ko-KR" sz="900" dirty="0"/>
                        <a:t>_1_</a:t>
                      </a:r>
                      <a:r>
                        <a:rPr lang="ko-KR" altLang="en-US" sz="900" dirty="0" err="1"/>
                        <a:t>임규민</a:t>
                      </a:r>
                      <a:r>
                        <a:rPr lang="ko-KR" altLang="en-US" sz="900" dirty="0"/>
                        <a:t>    </a:t>
                      </a:r>
                      <a:r>
                        <a:rPr lang="en-US" altLang="ko-KR" sz="900" dirty="0"/>
                        <a:t>\</a:t>
                      </a:r>
                      <a:r>
                        <a:rPr lang="ko-KR" altLang="en-US" sz="900" dirty="0" err="1"/>
                        <a:t>이미지분석및생성</a:t>
                      </a:r>
                      <a:r>
                        <a:rPr lang="en-US" altLang="ko-KR" sz="900" dirty="0"/>
                        <a:t>\Output\</a:t>
                      </a:r>
                      <a:r>
                        <a:rPr lang="ko-KR" altLang="en-US" sz="900" b="0" baseline="0" dirty="0" err="1">
                          <a:solidFill>
                            <a:schemeClr val="tx1"/>
                          </a:solidFill>
                        </a:rPr>
                        <a:t>요청자</a:t>
                      </a:r>
                      <a:r>
                        <a:rPr lang="en-US" altLang="ko-KR" sz="900" b="0" baseline="0" dirty="0">
                          <a:solidFill>
                            <a:schemeClr val="tx1"/>
                          </a:solidFill>
                        </a:rPr>
                        <a:t>_</a:t>
                      </a:r>
                      <a:r>
                        <a:rPr lang="ko-KR" altLang="en-US" sz="900" b="0" baseline="0" dirty="0" err="1">
                          <a:solidFill>
                            <a:schemeClr val="tx1"/>
                          </a:solidFill>
                        </a:rPr>
                        <a:t>요청이미지</a:t>
                      </a:r>
                      <a:r>
                        <a:rPr lang="en-US" altLang="ko-KR" sz="900" b="0" baseline="0" dirty="0">
                          <a:solidFill>
                            <a:schemeClr val="tx1"/>
                          </a:solidFill>
                        </a:rPr>
                        <a:t>.</a:t>
                      </a:r>
                      <a:r>
                        <a:rPr lang="en-US" altLang="ko-KR" sz="900" b="0" baseline="0" dirty="0" err="1">
                          <a:solidFill>
                            <a:schemeClr val="tx1"/>
                          </a:solidFill>
                        </a:rPr>
                        <a:t>png</a:t>
                      </a:r>
                      <a:r>
                        <a:rPr lang="en-US" altLang="ko-KR" sz="900" b="0" baseline="0" dirty="0">
                          <a:solidFill>
                            <a:schemeClr val="tx1"/>
                          </a:solidFill>
                        </a:rPr>
                        <a:t>‘ )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47830247"/>
                  </a:ext>
                </a:extLst>
              </a:tr>
              <a:tr h="353583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000" b="1" dirty="0">
                          <a:solidFill>
                            <a:prstClr val="black">
                              <a:lumMod val="50000"/>
                              <a:lumOff val="50000"/>
                            </a:prstClr>
                          </a:solidFill>
                        </a:rPr>
                        <a:t>비고 및 특이사항</a:t>
                      </a:r>
                      <a:endParaRPr lang="en-US" altLang="ko-KR" sz="1000" b="1" dirty="0">
                        <a:solidFill>
                          <a:prstClr val="black">
                            <a:lumMod val="50000"/>
                            <a:lumOff val="50000"/>
                          </a:prstClr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01623550"/>
                  </a:ext>
                </a:extLst>
              </a:tr>
              <a:tr h="1287312">
                <a:tc>
                  <a:txBody>
                    <a:bodyPr/>
                    <a:lstStyle/>
                    <a:p>
                      <a:pPr marL="171450" marR="0" lvl="0" indent="-17145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lang="ko-KR" altLang="en-US" sz="900" dirty="0"/>
                        <a:t>요청된 결과가 의도한 바와 다를 경우                      </a:t>
                      </a:r>
                      <a:r>
                        <a:rPr lang="en-US" altLang="ko-KR" sz="900" dirty="0"/>
                        <a:t>1</a:t>
                      </a:r>
                      <a:r>
                        <a:rPr lang="ko-KR" altLang="en-US" sz="900" dirty="0"/>
                        <a:t>회 </a:t>
                      </a:r>
                      <a:r>
                        <a:rPr lang="ko-KR" altLang="en-US" sz="900" dirty="0" err="1"/>
                        <a:t>재요청</a:t>
                      </a:r>
                      <a:endParaRPr lang="en-US" altLang="ko-KR" sz="900" dirty="0"/>
                    </a:p>
                    <a:p>
                      <a:pPr marL="171450" marR="0" lvl="0" indent="-17145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lang="ko-KR" altLang="en-US" sz="900" dirty="0" err="1"/>
                        <a:t>재요청</a:t>
                      </a:r>
                      <a:r>
                        <a:rPr lang="ko-KR" altLang="en-US" sz="900" dirty="0"/>
                        <a:t> 시에도 의도한 바와 다를 경우                       예외 처리</a:t>
                      </a:r>
                      <a:endParaRPr lang="en-US" altLang="ko-KR" sz="900" dirty="0"/>
                    </a:p>
                    <a:p>
                      <a:pPr marL="171450" marR="0" lvl="0" indent="-17145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lang="en-US" altLang="ko-KR" sz="900" dirty="0"/>
                        <a:t>Output</a:t>
                      </a:r>
                      <a:r>
                        <a:rPr lang="ko-KR" altLang="en-US" sz="900" dirty="0"/>
                        <a:t>폴더 경로                                                 </a:t>
                      </a:r>
                      <a:r>
                        <a:rPr lang="en-US" altLang="ko-KR" sz="900" dirty="0"/>
                        <a:t>(C:\RPA\</a:t>
                      </a:r>
                      <a:r>
                        <a:rPr lang="ko-KR" altLang="en-US" sz="900" dirty="0"/>
                        <a:t>미니프로젝트</a:t>
                      </a:r>
                      <a:r>
                        <a:rPr lang="en-US" altLang="ko-KR" sz="900" dirty="0"/>
                        <a:t>_1_</a:t>
                      </a:r>
                      <a:r>
                        <a:rPr lang="ko-KR" altLang="en-US" sz="900" dirty="0" err="1"/>
                        <a:t>임규민</a:t>
                      </a:r>
                      <a:r>
                        <a:rPr lang="en-US" altLang="ko-KR" sz="900" dirty="0"/>
                        <a:t>\</a:t>
                      </a:r>
                      <a:r>
                        <a:rPr lang="ko-KR" altLang="en-US" sz="900" dirty="0" err="1"/>
                        <a:t>이미지분석및생성</a:t>
                      </a:r>
                      <a:r>
                        <a:rPr lang="en-US" altLang="ko-KR" sz="900" dirty="0"/>
                        <a:t>\Output)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07732191"/>
                  </a:ext>
                </a:extLst>
              </a:tr>
            </a:tbl>
          </a:graphicData>
        </a:graphic>
      </p:graphicFrame>
      <p:pic>
        <p:nvPicPr>
          <p:cNvPr id="7" name="그림 6" descr="구름, 야외, 하늘, 마천루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DB03E2F0-B2C2-9719-F871-5F699FB5805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2373" y="1128506"/>
            <a:ext cx="5400000" cy="3613064"/>
          </a:xfrm>
          <a:prstGeom prst="rect">
            <a:avLst/>
          </a:prstGeom>
          <a:ln w="25400">
            <a:solidFill>
              <a:schemeClr val="tx1"/>
            </a:solidFill>
          </a:ln>
        </p:spPr>
      </p:pic>
      <p:sp>
        <p:nvSpPr>
          <p:cNvPr id="22" name="직사각형 21">
            <a:extLst>
              <a:ext uri="{FF2B5EF4-FFF2-40B4-BE49-F238E27FC236}">
                <a16:creationId xmlns:a16="http://schemas.microsoft.com/office/drawing/2014/main" id="{02535F92-48F2-DEBA-AABF-9F7B91F72939}"/>
              </a:ext>
            </a:extLst>
          </p:cNvPr>
          <p:cNvSpPr/>
          <p:nvPr/>
        </p:nvSpPr>
        <p:spPr>
          <a:xfrm>
            <a:off x="712373" y="1128505"/>
            <a:ext cx="5400000" cy="3613064"/>
          </a:xfrm>
          <a:prstGeom prst="rect">
            <a:avLst/>
          </a:prstGeom>
          <a:noFill/>
          <a:ln w="254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23" name="그림 22" descr="텍스트, 스크린샷, 소프트웨어, 디스플레이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CD74E1C5-5ECF-6EF5-1BDA-6D3FEC1F519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12373" y="3552909"/>
            <a:ext cx="5400000" cy="2815748"/>
          </a:xfrm>
          <a:prstGeom prst="rect">
            <a:avLst/>
          </a:prstGeom>
          <a:ln w="25400">
            <a:solidFill>
              <a:schemeClr val="tx1"/>
            </a:solidFill>
          </a:ln>
        </p:spPr>
      </p:pic>
      <p:sp>
        <p:nvSpPr>
          <p:cNvPr id="26" name="직사각형 25">
            <a:extLst>
              <a:ext uri="{FF2B5EF4-FFF2-40B4-BE49-F238E27FC236}">
                <a16:creationId xmlns:a16="http://schemas.microsoft.com/office/drawing/2014/main" id="{86609C8E-100D-64DB-93B8-E05693CA5CA7}"/>
              </a:ext>
            </a:extLst>
          </p:cNvPr>
          <p:cNvSpPr/>
          <p:nvPr/>
        </p:nvSpPr>
        <p:spPr>
          <a:xfrm>
            <a:off x="3998068" y="5836596"/>
            <a:ext cx="4814305" cy="136187"/>
          </a:xfrm>
          <a:prstGeom prst="rect">
            <a:avLst/>
          </a:prstGeom>
          <a:noFill/>
          <a:ln w="254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8" name="타원 27">
            <a:extLst>
              <a:ext uri="{FF2B5EF4-FFF2-40B4-BE49-F238E27FC236}">
                <a16:creationId xmlns:a16="http://schemas.microsoft.com/office/drawing/2014/main" id="{EC7F311C-0D73-C72C-523A-F4BDD54030EA}"/>
              </a:ext>
            </a:extLst>
          </p:cNvPr>
          <p:cNvSpPr/>
          <p:nvPr/>
        </p:nvSpPr>
        <p:spPr>
          <a:xfrm>
            <a:off x="3900096" y="5729494"/>
            <a:ext cx="195942" cy="173912"/>
          </a:xfrm>
          <a:prstGeom prst="ellipse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000" dirty="0">
                <a:solidFill>
                  <a:schemeClr val="bg1"/>
                </a:solidFill>
              </a:rPr>
              <a:t>2</a:t>
            </a:r>
            <a:endParaRPr lang="ko-KR" altLang="en-US" sz="1000" dirty="0">
              <a:solidFill>
                <a:schemeClr val="bg1"/>
              </a:solidFill>
            </a:endParaRPr>
          </a:p>
        </p:txBody>
      </p:sp>
      <p:sp>
        <p:nvSpPr>
          <p:cNvPr id="29" name="타원 28">
            <a:extLst>
              <a:ext uri="{FF2B5EF4-FFF2-40B4-BE49-F238E27FC236}">
                <a16:creationId xmlns:a16="http://schemas.microsoft.com/office/drawing/2014/main" id="{D8B8DE86-26D6-B650-CF22-F512B5B61888}"/>
              </a:ext>
            </a:extLst>
          </p:cNvPr>
          <p:cNvSpPr/>
          <p:nvPr/>
        </p:nvSpPr>
        <p:spPr>
          <a:xfrm>
            <a:off x="585911" y="1007024"/>
            <a:ext cx="195942" cy="173912"/>
          </a:xfrm>
          <a:prstGeom prst="ellipse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000" dirty="0">
                <a:solidFill>
                  <a:schemeClr val="bg1"/>
                </a:solidFill>
              </a:rPr>
              <a:t>1</a:t>
            </a:r>
            <a:endParaRPr lang="ko-KR" altLang="en-US" sz="10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58562980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6A7C90-DA40-CDF1-3D72-DEB85F9C40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2" name="그룹 71">
            <a:extLst>
              <a:ext uri="{FF2B5EF4-FFF2-40B4-BE49-F238E27FC236}">
                <a16:creationId xmlns:a16="http://schemas.microsoft.com/office/drawing/2014/main" id="{F94AC751-4941-ABA4-8318-8A9A1EDB6264}"/>
              </a:ext>
            </a:extLst>
          </p:cNvPr>
          <p:cNvGrpSpPr/>
          <p:nvPr/>
        </p:nvGrpSpPr>
        <p:grpSpPr>
          <a:xfrm>
            <a:off x="320037" y="65764"/>
            <a:ext cx="11658603" cy="6732800"/>
            <a:chOff x="320037" y="65764"/>
            <a:chExt cx="11658603" cy="6732800"/>
          </a:xfrm>
        </p:grpSpPr>
        <p:sp>
          <p:nvSpPr>
            <p:cNvPr id="2" name="정육면체 1">
              <a:extLst>
                <a:ext uri="{FF2B5EF4-FFF2-40B4-BE49-F238E27FC236}">
                  <a16:creationId xmlns:a16="http://schemas.microsoft.com/office/drawing/2014/main" id="{5CB8BACB-5961-3E6A-3072-299615651463}"/>
                </a:ext>
              </a:extLst>
            </p:cNvPr>
            <p:cNvSpPr/>
            <p:nvPr/>
          </p:nvSpPr>
          <p:spPr>
            <a:xfrm>
              <a:off x="320039" y="258616"/>
              <a:ext cx="11658601" cy="6539948"/>
            </a:xfrm>
            <a:prstGeom prst="cube">
              <a:avLst>
                <a:gd name="adj" fmla="val 1065"/>
              </a:avLst>
            </a:prstGeom>
            <a:solidFill>
              <a:schemeClr val="bg1"/>
            </a:solidFill>
            <a:ln w="22225">
              <a:solidFill>
                <a:schemeClr val="accent1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ko-KR" altLang="en-US">
                <a:solidFill>
                  <a:prstClr val="white"/>
                </a:solidFill>
              </a:endParaRPr>
            </a:p>
          </p:txBody>
        </p:sp>
        <p:sp>
          <p:nvSpPr>
            <p:cNvPr id="3" name="직사각형 2">
              <a:extLst>
                <a:ext uri="{FF2B5EF4-FFF2-40B4-BE49-F238E27FC236}">
                  <a16:creationId xmlns:a16="http://schemas.microsoft.com/office/drawing/2014/main" id="{D4F4F28B-BB2E-22EF-8A8D-00D9F8C85A53}"/>
                </a:ext>
              </a:extLst>
            </p:cNvPr>
            <p:cNvSpPr/>
            <p:nvPr/>
          </p:nvSpPr>
          <p:spPr>
            <a:xfrm>
              <a:off x="320037" y="320040"/>
              <a:ext cx="11592000" cy="461665"/>
            </a:xfrm>
            <a:prstGeom prst="rect">
              <a:avLst/>
            </a:prstGeom>
            <a:solidFill>
              <a:schemeClr val="bg1"/>
            </a:solidFill>
            <a:ln w="22225">
              <a:solidFill>
                <a:schemeClr val="accent1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447675">
                <a:tabLst>
                  <a:tab pos="1524000" algn="l"/>
                  <a:tab pos="2419350" algn="l"/>
                </a:tabLst>
                <a:defRPr/>
              </a:pPr>
              <a:r>
                <a:rPr lang="ko-KR" altLang="en-US" b="1" dirty="0">
                  <a:solidFill>
                    <a:prstClr val="black">
                      <a:lumMod val="50000"/>
                      <a:lumOff val="50000"/>
                    </a:prstClr>
                  </a:solidFill>
                </a:rPr>
                <a:t>메일 전송</a:t>
              </a:r>
            </a:p>
          </p:txBody>
        </p:sp>
        <p:grpSp>
          <p:nvGrpSpPr>
            <p:cNvPr id="6" name="그룹 5">
              <a:extLst>
                <a:ext uri="{FF2B5EF4-FFF2-40B4-BE49-F238E27FC236}">
                  <a16:creationId xmlns:a16="http://schemas.microsoft.com/office/drawing/2014/main" id="{484CF48A-4C4E-3A17-EE9E-704D0197DBAD}"/>
                </a:ext>
              </a:extLst>
            </p:cNvPr>
            <p:cNvGrpSpPr/>
            <p:nvPr/>
          </p:nvGrpSpPr>
          <p:grpSpPr>
            <a:xfrm>
              <a:off x="10868674" y="424266"/>
              <a:ext cx="897876" cy="229536"/>
              <a:chOff x="10914582" y="216980"/>
              <a:chExt cx="998066" cy="255149"/>
            </a:xfrm>
          </p:grpSpPr>
          <p:sp>
            <p:nvSpPr>
              <p:cNvPr id="8" name="타원 7">
                <a:extLst>
                  <a:ext uri="{FF2B5EF4-FFF2-40B4-BE49-F238E27FC236}">
                    <a16:creationId xmlns:a16="http://schemas.microsoft.com/office/drawing/2014/main" id="{8C733EEB-499C-924E-7BDE-240809087DC5}"/>
                  </a:ext>
                </a:extLst>
              </p:cNvPr>
              <p:cNvSpPr/>
              <p:nvPr/>
            </p:nvSpPr>
            <p:spPr>
              <a:xfrm>
                <a:off x="10914582" y="222666"/>
                <a:ext cx="249462" cy="249462"/>
              </a:xfrm>
              <a:prstGeom prst="ellipse">
                <a:avLst/>
              </a:prstGeom>
              <a:solidFill>
                <a:schemeClr val="bg1"/>
              </a:solidFill>
              <a:ln w="22225">
                <a:solidFill>
                  <a:schemeClr val="accent1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latinLnBrk="0">
                  <a:defRPr/>
                </a:pPr>
                <a:endParaRPr lang="en-US" altLang="ko-KR" sz="2400" b="1" i="1" kern="0" dirty="0">
                  <a:solidFill>
                    <a:prstClr val="black">
                      <a:lumMod val="75000"/>
                      <a:lumOff val="25000"/>
                    </a:prstClr>
                  </a:solidFill>
                </a:endParaRPr>
              </a:p>
            </p:txBody>
          </p:sp>
          <p:sp>
            <p:nvSpPr>
              <p:cNvPr id="9" name="타원 8">
                <a:extLst>
                  <a:ext uri="{FF2B5EF4-FFF2-40B4-BE49-F238E27FC236}">
                    <a16:creationId xmlns:a16="http://schemas.microsoft.com/office/drawing/2014/main" id="{3361AE92-46BE-9500-B150-8FE70465D2EE}"/>
                  </a:ext>
                </a:extLst>
              </p:cNvPr>
              <p:cNvSpPr/>
              <p:nvPr/>
            </p:nvSpPr>
            <p:spPr>
              <a:xfrm>
                <a:off x="11289862" y="216980"/>
                <a:ext cx="249462" cy="249462"/>
              </a:xfrm>
              <a:prstGeom prst="ellipse">
                <a:avLst/>
              </a:prstGeom>
              <a:solidFill>
                <a:schemeClr val="accent1">
                  <a:lumMod val="60000"/>
                  <a:lumOff val="40000"/>
                </a:schemeClr>
              </a:solidFill>
              <a:ln w="22225">
                <a:solidFill>
                  <a:schemeClr val="accent1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latinLnBrk="0">
                  <a:defRPr/>
                </a:pPr>
                <a:endParaRPr lang="en-US" altLang="ko-KR" sz="2400" b="1" i="1" kern="0" dirty="0">
                  <a:solidFill>
                    <a:prstClr val="black">
                      <a:lumMod val="75000"/>
                      <a:lumOff val="25000"/>
                    </a:prstClr>
                  </a:solidFill>
                </a:endParaRPr>
              </a:p>
            </p:txBody>
          </p:sp>
          <p:sp>
            <p:nvSpPr>
              <p:cNvPr id="10" name="타원 9">
                <a:extLst>
                  <a:ext uri="{FF2B5EF4-FFF2-40B4-BE49-F238E27FC236}">
                    <a16:creationId xmlns:a16="http://schemas.microsoft.com/office/drawing/2014/main" id="{CFB97887-BC68-5F6E-2363-A0A77836EAB8}"/>
                  </a:ext>
                </a:extLst>
              </p:cNvPr>
              <p:cNvSpPr/>
              <p:nvPr/>
            </p:nvSpPr>
            <p:spPr>
              <a:xfrm>
                <a:off x="11663186" y="222667"/>
                <a:ext cx="249462" cy="249462"/>
              </a:xfrm>
              <a:prstGeom prst="ellipse">
                <a:avLst/>
              </a:prstGeom>
              <a:solidFill>
                <a:schemeClr val="bg1"/>
              </a:solidFill>
              <a:ln w="22225">
                <a:solidFill>
                  <a:schemeClr val="accent1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latinLnBrk="0">
                  <a:defRPr/>
                </a:pPr>
                <a:endParaRPr lang="en-US" altLang="ko-KR" sz="2400" b="1" i="1" kern="0" dirty="0">
                  <a:solidFill>
                    <a:prstClr val="black">
                      <a:lumMod val="75000"/>
                      <a:lumOff val="25000"/>
                    </a:prstClr>
                  </a:solidFill>
                </a:endParaRPr>
              </a:p>
            </p:txBody>
          </p:sp>
          <p:sp>
            <p:nvSpPr>
              <p:cNvPr id="11" name="타원 10">
                <a:extLst>
                  <a:ext uri="{FF2B5EF4-FFF2-40B4-BE49-F238E27FC236}">
                    <a16:creationId xmlns:a16="http://schemas.microsoft.com/office/drawing/2014/main" id="{0C6E0CD4-96AC-A70E-AAE5-B44BD9FC93FB}"/>
                  </a:ext>
                </a:extLst>
              </p:cNvPr>
              <p:cNvSpPr/>
              <p:nvPr/>
            </p:nvSpPr>
            <p:spPr>
              <a:xfrm>
                <a:off x="11361623" y="289719"/>
                <a:ext cx="103983" cy="103983"/>
              </a:xfrm>
              <a:prstGeom prst="ellipse">
                <a:avLst/>
              </a:prstGeom>
              <a:solidFill>
                <a:schemeClr val="bg1"/>
              </a:solidFill>
              <a:ln w="22225">
                <a:solidFill>
                  <a:schemeClr val="accent1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>
                  <a:defRPr/>
                </a:pPr>
                <a:endParaRPr lang="ko-KR" altLang="en-US">
                  <a:solidFill>
                    <a:prstClr val="white"/>
                  </a:solidFill>
                </a:endParaRPr>
              </a:p>
            </p:txBody>
          </p:sp>
          <p:sp>
            <p:nvSpPr>
              <p:cNvPr id="12" name="직사각형 11">
                <a:extLst>
                  <a:ext uri="{FF2B5EF4-FFF2-40B4-BE49-F238E27FC236}">
                    <a16:creationId xmlns:a16="http://schemas.microsoft.com/office/drawing/2014/main" id="{658FB07F-E2F9-D1B3-5CE7-E26771DFFA65}"/>
                  </a:ext>
                </a:extLst>
              </p:cNvPr>
              <p:cNvSpPr/>
              <p:nvPr/>
            </p:nvSpPr>
            <p:spPr>
              <a:xfrm>
                <a:off x="10985313" y="390165"/>
                <a:ext cx="108000" cy="25200"/>
              </a:xfrm>
              <a:prstGeom prst="rect">
                <a:avLst/>
              </a:prstGeom>
              <a:solidFill>
                <a:schemeClr val="accent1">
                  <a:lumMod val="50000"/>
                </a:schemeClr>
              </a:solidFill>
              <a:ln w="254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>
                  <a:defRPr/>
                </a:pPr>
                <a:endParaRPr lang="ko-KR" altLang="en-US">
                  <a:solidFill>
                    <a:prstClr val="white"/>
                  </a:solidFill>
                </a:endParaRPr>
              </a:p>
            </p:txBody>
          </p:sp>
          <p:sp>
            <p:nvSpPr>
              <p:cNvPr id="13" name="직사각형 12">
                <a:extLst>
                  <a:ext uri="{FF2B5EF4-FFF2-40B4-BE49-F238E27FC236}">
                    <a16:creationId xmlns:a16="http://schemas.microsoft.com/office/drawing/2014/main" id="{0883A022-7CC8-C8C1-B882-DE7C43B4FF2F}"/>
                  </a:ext>
                </a:extLst>
              </p:cNvPr>
              <p:cNvSpPr/>
              <p:nvPr/>
            </p:nvSpPr>
            <p:spPr>
              <a:xfrm rot="2700000">
                <a:off x="11718625" y="339486"/>
                <a:ext cx="144000" cy="25200"/>
              </a:xfrm>
              <a:prstGeom prst="rect">
                <a:avLst/>
              </a:prstGeom>
              <a:solidFill>
                <a:schemeClr val="accent1">
                  <a:lumMod val="50000"/>
                </a:schemeClr>
              </a:solidFill>
              <a:ln w="254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>
                  <a:defRPr/>
                </a:pPr>
                <a:endParaRPr lang="ko-KR" altLang="en-US">
                  <a:solidFill>
                    <a:prstClr val="white"/>
                  </a:solidFill>
                </a:endParaRPr>
              </a:p>
            </p:txBody>
          </p:sp>
          <p:sp>
            <p:nvSpPr>
              <p:cNvPr id="14" name="직사각형 13">
                <a:extLst>
                  <a:ext uri="{FF2B5EF4-FFF2-40B4-BE49-F238E27FC236}">
                    <a16:creationId xmlns:a16="http://schemas.microsoft.com/office/drawing/2014/main" id="{FE10870F-CB7E-7BB6-AF0B-99B55A3B84C9}"/>
                  </a:ext>
                </a:extLst>
              </p:cNvPr>
              <p:cNvSpPr/>
              <p:nvPr/>
            </p:nvSpPr>
            <p:spPr>
              <a:xfrm rot="18900000">
                <a:off x="11718624" y="336644"/>
                <a:ext cx="144000" cy="25200"/>
              </a:xfrm>
              <a:prstGeom prst="rect">
                <a:avLst/>
              </a:prstGeom>
              <a:solidFill>
                <a:schemeClr val="accent1">
                  <a:lumMod val="50000"/>
                </a:schemeClr>
              </a:solidFill>
              <a:ln w="254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>
                  <a:defRPr/>
                </a:pPr>
                <a:endParaRPr lang="ko-KR" altLang="en-US">
                  <a:solidFill>
                    <a:prstClr val="white"/>
                  </a:solidFill>
                </a:endParaRPr>
              </a:p>
            </p:txBody>
          </p:sp>
        </p:grpSp>
        <p:grpSp>
          <p:nvGrpSpPr>
            <p:cNvPr id="16" name="그룹 15">
              <a:extLst>
                <a:ext uri="{FF2B5EF4-FFF2-40B4-BE49-F238E27FC236}">
                  <a16:creationId xmlns:a16="http://schemas.microsoft.com/office/drawing/2014/main" id="{E90C3B2B-BE84-F0F7-8BBA-F0DF3D68FB44}"/>
                </a:ext>
              </a:extLst>
            </p:cNvPr>
            <p:cNvGrpSpPr/>
            <p:nvPr/>
          </p:nvGrpSpPr>
          <p:grpSpPr>
            <a:xfrm>
              <a:off x="483531" y="389721"/>
              <a:ext cx="265151" cy="265151"/>
              <a:chOff x="1593332" y="2172798"/>
              <a:chExt cx="1083168" cy="1083168"/>
            </a:xfrm>
          </p:grpSpPr>
          <p:sp>
            <p:nvSpPr>
              <p:cNvPr id="18" name="타원 17">
                <a:extLst>
                  <a:ext uri="{FF2B5EF4-FFF2-40B4-BE49-F238E27FC236}">
                    <a16:creationId xmlns:a16="http://schemas.microsoft.com/office/drawing/2014/main" id="{1AD14F27-E1C5-97D1-788F-6474D8D0FC2A}"/>
                  </a:ext>
                </a:extLst>
              </p:cNvPr>
              <p:cNvSpPr/>
              <p:nvPr/>
            </p:nvSpPr>
            <p:spPr>
              <a:xfrm>
                <a:off x="1593332" y="2172798"/>
                <a:ext cx="1083168" cy="1083168"/>
              </a:xfrm>
              <a:prstGeom prst="ellipse">
                <a:avLst/>
              </a:prstGeom>
              <a:solidFill>
                <a:srgbClr val="FEAF53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>
                  <a:defRPr/>
                </a:pPr>
                <a:endParaRPr lang="ko-KR" altLang="en-US" b="1">
                  <a:solidFill>
                    <a:prstClr val="white"/>
                  </a:solidFill>
                </a:endParaRPr>
              </a:p>
            </p:txBody>
          </p:sp>
          <p:pic>
            <p:nvPicPr>
              <p:cNvPr id="19" name="그림 18">
                <a:extLst>
                  <a:ext uri="{FF2B5EF4-FFF2-40B4-BE49-F238E27FC236}">
                    <a16:creationId xmlns:a16="http://schemas.microsoft.com/office/drawing/2014/main" id="{C953BF91-4CB6-DA1B-FD65-2149ACBD06E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1741655" y="2321121"/>
                <a:ext cx="786521" cy="786521"/>
              </a:xfrm>
              <a:prstGeom prst="rect">
                <a:avLst/>
              </a:prstGeom>
              <a:noFill/>
            </p:spPr>
          </p:pic>
        </p:grpSp>
        <p:sp>
          <p:nvSpPr>
            <p:cNvPr id="25" name="사다리꼴 24">
              <a:extLst>
                <a:ext uri="{FF2B5EF4-FFF2-40B4-BE49-F238E27FC236}">
                  <a16:creationId xmlns:a16="http://schemas.microsoft.com/office/drawing/2014/main" id="{CD735AF5-3C4D-F8BD-3B66-FE087EB2A602}"/>
                </a:ext>
              </a:extLst>
            </p:cNvPr>
            <p:cNvSpPr/>
            <p:nvPr/>
          </p:nvSpPr>
          <p:spPr>
            <a:xfrm>
              <a:off x="2176462" y="65765"/>
              <a:ext cx="977891" cy="254275"/>
            </a:xfrm>
            <a:prstGeom prst="trapezoid">
              <a:avLst/>
            </a:prstGeom>
            <a:solidFill>
              <a:schemeClr val="accent1">
                <a:lumMod val="20000"/>
                <a:lumOff val="80000"/>
              </a:schemeClr>
            </a:solidFill>
            <a:ln w="22225">
              <a:solidFill>
                <a:schemeClr val="accent1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ko-KR" altLang="en-US">
                <a:solidFill>
                  <a:prstClr val="white"/>
                </a:solidFill>
              </a:endParaRPr>
            </a:p>
          </p:txBody>
        </p:sp>
        <p:sp>
          <p:nvSpPr>
            <p:cNvPr id="4" name="사다리꼴 3">
              <a:extLst>
                <a:ext uri="{FF2B5EF4-FFF2-40B4-BE49-F238E27FC236}">
                  <a16:creationId xmlns:a16="http://schemas.microsoft.com/office/drawing/2014/main" id="{C212A471-28DD-EBAE-6F40-F612FE46AD25}"/>
                </a:ext>
              </a:extLst>
            </p:cNvPr>
            <p:cNvSpPr/>
            <p:nvPr/>
          </p:nvSpPr>
          <p:spPr>
            <a:xfrm>
              <a:off x="923925" y="65764"/>
              <a:ext cx="1771650" cy="254276"/>
            </a:xfrm>
            <a:prstGeom prst="trapezoid">
              <a:avLst/>
            </a:prstGeom>
            <a:solidFill>
              <a:schemeClr val="bg1"/>
            </a:solidFill>
            <a:ln w="22225">
              <a:solidFill>
                <a:schemeClr val="accent1">
                  <a:lumMod val="50000"/>
                </a:schemeClr>
              </a:solidFill>
            </a:ln>
            <a:effectLst>
              <a:outerShdw dist="38100" algn="l" rotWithShape="0">
                <a:prstClr val="black">
                  <a:alpha val="15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ko-KR" altLang="en-US" dirty="0">
                <a:solidFill>
                  <a:prstClr val="white"/>
                </a:solidFill>
              </a:endParaRPr>
            </a:p>
          </p:txBody>
        </p:sp>
        <p:sp>
          <p:nvSpPr>
            <p:cNvPr id="24" name="자유형: 도형 23">
              <a:extLst>
                <a:ext uri="{FF2B5EF4-FFF2-40B4-BE49-F238E27FC236}">
                  <a16:creationId xmlns:a16="http://schemas.microsoft.com/office/drawing/2014/main" id="{198D4ACC-ACE7-0A2C-8DF6-B41B5F47CBCF}"/>
                </a:ext>
              </a:extLst>
            </p:cNvPr>
            <p:cNvSpPr/>
            <p:nvPr/>
          </p:nvSpPr>
          <p:spPr>
            <a:xfrm>
              <a:off x="2476328" y="148428"/>
              <a:ext cx="107634" cy="110188"/>
            </a:xfrm>
            <a:custGeom>
              <a:avLst/>
              <a:gdLst>
                <a:gd name="connsiteX0" fmla="*/ 91604 w 107634"/>
                <a:gd name="connsiteY0" fmla="*/ 0 h 110188"/>
                <a:gd name="connsiteX1" fmla="*/ 107634 w 107634"/>
                <a:gd name="connsiteY1" fmla="*/ 16030 h 110188"/>
                <a:gd name="connsiteX2" fmla="*/ 68570 w 107634"/>
                <a:gd name="connsiteY2" fmla="*/ 55093 h 110188"/>
                <a:gd name="connsiteX3" fmla="*/ 107634 w 107634"/>
                <a:gd name="connsiteY3" fmla="*/ 94158 h 110188"/>
                <a:gd name="connsiteX4" fmla="*/ 91604 w 107634"/>
                <a:gd name="connsiteY4" fmla="*/ 110188 h 110188"/>
                <a:gd name="connsiteX5" fmla="*/ 52539 w 107634"/>
                <a:gd name="connsiteY5" fmla="*/ 71123 h 110188"/>
                <a:gd name="connsiteX6" fmla="*/ 16031 w 107634"/>
                <a:gd name="connsiteY6" fmla="*/ 107632 h 110188"/>
                <a:gd name="connsiteX7" fmla="*/ 0 w 107634"/>
                <a:gd name="connsiteY7" fmla="*/ 91602 h 110188"/>
                <a:gd name="connsiteX8" fmla="*/ 36510 w 107634"/>
                <a:gd name="connsiteY8" fmla="*/ 55094 h 110188"/>
                <a:gd name="connsiteX9" fmla="*/ 2 w 107634"/>
                <a:gd name="connsiteY9" fmla="*/ 18586 h 110188"/>
                <a:gd name="connsiteX10" fmla="*/ 16032 w 107634"/>
                <a:gd name="connsiteY10" fmla="*/ 2556 h 110188"/>
                <a:gd name="connsiteX11" fmla="*/ 52540 w 107634"/>
                <a:gd name="connsiteY11" fmla="*/ 39064 h 1101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07634" h="110188">
                  <a:moveTo>
                    <a:pt x="91604" y="0"/>
                  </a:moveTo>
                  <a:lnTo>
                    <a:pt x="107634" y="16030"/>
                  </a:lnTo>
                  <a:lnTo>
                    <a:pt x="68570" y="55093"/>
                  </a:lnTo>
                  <a:lnTo>
                    <a:pt x="107634" y="94158"/>
                  </a:lnTo>
                  <a:lnTo>
                    <a:pt x="91604" y="110188"/>
                  </a:lnTo>
                  <a:lnTo>
                    <a:pt x="52539" y="71123"/>
                  </a:lnTo>
                  <a:lnTo>
                    <a:pt x="16031" y="107632"/>
                  </a:lnTo>
                  <a:lnTo>
                    <a:pt x="0" y="91602"/>
                  </a:lnTo>
                  <a:lnTo>
                    <a:pt x="36510" y="55094"/>
                  </a:lnTo>
                  <a:lnTo>
                    <a:pt x="2" y="18586"/>
                  </a:lnTo>
                  <a:lnTo>
                    <a:pt x="16032" y="2556"/>
                  </a:lnTo>
                  <a:lnTo>
                    <a:pt x="52540" y="39064"/>
                  </a:lnTo>
                  <a:close/>
                </a:path>
              </a:pathLst>
            </a:custGeom>
            <a:solidFill>
              <a:schemeClr val="accent1">
                <a:lumMod val="50000"/>
              </a:schemeClr>
            </a:solidFill>
            <a:ln w="254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>
                <a:defRPr/>
              </a:pPr>
              <a:endParaRPr lang="ko-KR" altLang="en-US">
                <a:solidFill>
                  <a:prstClr val="white"/>
                </a:solidFill>
              </a:endParaRPr>
            </a:p>
          </p:txBody>
        </p:sp>
      </p:grpSp>
      <p:graphicFrame>
        <p:nvGraphicFramePr>
          <p:cNvPr id="27" name="표 26">
            <a:extLst>
              <a:ext uri="{FF2B5EF4-FFF2-40B4-BE49-F238E27FC236}">
                <a16:creationId xmlns:a16="http://schemas.microsoft.com/office/drawing/2014/main" id="{39DC49F5-9EFB-CEBD-9B6E-1D3DE452B6E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28615493"/>
              </p:ext>
            </p:extLst>
          </p:nvPr>
        </p:nvGraphicFramePr>
        <p:xfrm>
          <a:off x="9034612" y="799371"/>
          <a:ext cx="2877425" cy="5999193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2877425">
                  <a:extLst>
                    <a:ext uri="{9D8B030D-6E8A-4147-A177-3AD203B41FA5}">
                      <a16:colId xmlns:a16="http://schemas.microsoft.com/office/drawing/2014/main" val="183202961"/>
                    </a:ext>
                  </a:extLst>
                </a:gridCol>
              </a:tblGrid>
              <a:tr h="346484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000" b="1" dirty="0">
                          <a:solidFill>
                            <a:prstClr val="black">
                              <a:lumMod val="50000"/>
                              <a:lumOff val="50000"/>
                            </a:prstClr>
                          </a:solidFill>
                        </a:rPr>
                        <a:t>작업 상세 내용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77856305"/>
                  </a:ext>
                </a:extLst>
              </a:tr>
              <a:tr h="4011814">
                <a:tc>
                  <a:txBody>
                    <a:bodyPr/>
                    <a:lstStyle/>
                    <a:p>
                      <a:pPr marL="228600" marR="0" lvl="0" indent="-2286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AutoNum type="circleNumDbPlain"/>
                        <a:tabLst/>
                        <a:defRPr/>
                      </a:pPr>
                      <a:r>
                        <a:rPr lang="ko-KR" altLang="en-US" sz="900" b="0" baseline="0" dirty="0" err="1">
                          <a:solidFill>
                            <a:schemeClr val="tx1"/>
                          </a:solidFill>
                        </a:rPr>
                        <a:t>요청받은</a:t>
                      </a:r>
                      <a:r>
                        <a:rPr lang="ko-KR" altLang="en-US" sz="900" b="0" baseline="0" dirty="0">
                          <a:solidFill>
                            <a:schemeClr val="tx1"/>
                          </a:solidFill>
                        </a:rPr>
                        <a:t> 메일 주소로 저장된 이미지 전송</a:t>
                      </a:r>
                      <a:endParaRPr lang="en-US" altLang="ko-KR" sz="900" b="0" baseline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47830247"/>
                  </a:ext>
                </a:extLst>
              </a:tr>
              <a:tr h="353583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000" b="1" dirty="0">
                          <a:solidFill>
                            <a:prstClr val="black">
                              <a:lumMod val="50000"/>
                              <a:lumOff val="50000"/>
                            </a:prstClr>
                          </a:solidFill>
                        </a:rPr>
                        <a:t>비고 및 특이사항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01623550"/>
                  </a:ext>
                </a:extLst>
              </a:tr>
              <a:tr h="1287312">
                <a:tc>
                  <a:txBody>
                    <a:bodyPr/>
                    <a:lstStyle/>
                    <a:p>
                      <a:pPr marL="171450" marR="0" lvl="0" indent="-17145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lang="en-US" altLang="ko-KR" sz="900" dirty="0"/>
                        <a:t>App password</a:t>
                      </a:r>
                      <a:r>
                        <a:rPr lang="ko-KR" altLang="en-US" sz="900" dirty="0"/>
                        <a:t>는 </a:t>
                      </a:r>
                      <a:r>
                        <a:rPr lang="en-US" altLang="ko-KR" sz="900" dirty="0"/>
                        <a:t>Input</a:t>
                      </a:r>
                      <a:r>
                        <a:rPr lang="ko-KR" altLang="en-US" sz="900" dirty="0"/>
                        <a:t>폴더안에 존재</a:t>
                      </a:r>
                      <a:endParaRPr lang="en-US" altLang="ko-KR" sz="900" dirty="0"/>
                    </a:p>
                    <a:p>
                      <a:pPr marL="171450" marR="0" lvl="0" indent="-17145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lang="ko-KR" altLang="en-US" sz="900" dirty="0"/>
                        <a:t>이미지가 생성되지 않은 경우 첨부파일 없이                 이미지 생성 실패 문구 전송</a:t>
                      </a:r>
                      <a:endParaRPr lang="en-US" altLang="ko-KR" sz="9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07732191"/>
                  </a:ext>
                </a:extLst>
              </a:tr>
            </a:tbl>
          </a:graphicData>
        </a:graphic>
      </p:graphicFrame>
      <p:pic>
        <p:nvPicPr>
          <p:cNvPr id="17" name="그림 16" descr="텍스트, 스크린샷, 번호, 라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DE30A037-FB4F-1CE8-C1A8-05B9BCB4A4E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8682" y="3114642"/>
            <a:ext cx="7920000" cy="3217500"/>
          </a:xfrm>
          <a:prstGeom prst="rect">
            <a:avLst/>
          </a:prstGeom>
          <a:ln w="25400">
            <a:solidFill>
              <a:schemeClr val="tx1"/>
            </a:solidFill>
          </a:ln>
        </p:spPr>
      </p:pic>
      <p:pic>
        <p:nvPicPr>
          <p:cNvPr id="21" name="그림 20" descr="텍스트, 번호, 폰트, 라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A37941C3-6AB6-C93D-047E-D098C1429D3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8682" y="995864"/>
            <a:ext cx="7920000" cy="1817592"/>
          </a:xfrm>
          <a:prstGeom prst="rect">
            <a:avLst/>
          </a:prstGeom>
          <a:ln w="25400">
            <a:solidFill>
              <a:schemeClr val="tx1"/>
            </a:solidFill>
          </a:ln>
        </p:spPr>
      </p:pic>
      <p:sp>
        <p:nvSpPr>
          <p:cNvPr id="22" name="직사각형 21">
            <a:extLst>
              <a:ext uri="{FF2B5EF4-FFF2-40B4-BE49-F238E27FC236}">
                <a16:creationId xmlns:a16="http://schemas.microsoft.com/office/drawing/2014/main" id="{473B01EB-B2F4-2FF7-64E7-3D209984F5DF}"/>
              </a:ext>
            </a:extLst>
          </p:cNvPr>
          <p:cNvSpPr/>
          <p:nvPr/>
        </p:nvSpPr>
        <p:spPr>
          <a:xfrm>
            <a:off x="4902740" y="1420238"/>
            <a:ext cx="3249039" cy="933856"/>
          </a:xfrm>
          <a:prstGeom prst="rect">
            <a:avLst/>
          </a:prstGeom>
          <a:noFill/>
          <a:ln w="254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3" name="타원 22">
            <a:extLst>
              <a:ext uri="{FF2B5EF4-FFF2-40B4-BE49-F238E27FC236}">
                <a16:creationId xmlns:a16="http://schemas.microsoft.com/office/drawing/2014/main" id="{398CFB64-ED2A-854E-A9CF-378E5B87FE92}"/>
              </a:ext>
            </a:extLst>
          </p:cNvPr>
          <p:cNvSpPr/>
          <p:nvPr/>
        </p:nvSpPr>
        <p:spPr>
          <a:xfrm>
            <a:off x="4804769" y="1333282"/>
            <a:ext cx="195942" cy="173912"/>
          </a:xfrm>
          <a:prstGeom prst="ellipse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000" dirty="0">
                <a:solidFill>
                  <a:schemeClr val="bg1"/>
                </a:solidFill>
              </a:rPr>
              <a:t>1</a:t>
            </a:r>
            <a:endParaRPr lang="ko-KR" altLang="en-US" sz="10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896774008"/>
      </p:ext>
    </p:extLst>
  </p:cSld>
  <p:clrMapOvr>
    <a:masterClrMapping/>
  </p:clrMapOvr>
</p:sld>
</file>

<file path=ppt/theme/theme1.xml><?xml version="1.0" encoding="utf-8"?>
<a:theme xmlns:a="http://schemas.openxmlformats.org/drawingml/2006/main" name="1_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725</TotalTime>
  <Words>609</Words>
  <Application>Microsoft Office PowerPoint</Application>
  <PresentationFormat>와이드스크린</PresentationFormat>
  <Paragraphs>126</Paragraphs>
  <Slides>10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10</vt:i4>
      </vt:variant>
    </vt:vector>
  </HeadingPairs>
  <TitlesOfParts>
    <vt:vector size="14" baseType="lpstr">
      <vt:lpstr>맑은 고딕</vt:lpstr>
      <vt:lpstr>Arial</vt:lpstr>
      <vt:lpstr>Wingdings</vt:lpstr>
      <vt:lpstr>1_Office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Microsoft 계정</dc:creator>
  <cp:lastModifiedBy>규민 임</cp:lastModifiedBy>
  <cp:revision>40</cp:revision>
  <dcterms:created xsi:type="dcterms:W3CDTF">2023-06-04T07:13:56Z</dcterms:created>
  <dcterms:modified xsi:type="dcterms:W3CDTF">2026-01-11T15:11:10Z</dcterms:modified>
</cp:coreProperties>
</file>